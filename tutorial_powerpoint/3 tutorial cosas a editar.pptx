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84" r:id="rId8"/>
    <p:sldId id="285" r:id="rId9"/>
    <p:sldId id="287" r:id="rId10"/>
    <p:sldId id="288" r:id="rId11"/>
    <p:sldId id="289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456" y="14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B11E-C9DF-4DDC-BF8C-5A7D3AEA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17D076-6252-42DA-9D52-0F034E566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922079-586B-4E7E-8B4C-21A4F001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5FF39-3FE8-4520-9A89-94337A1F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841FE-33CF-471A-BCA9-AFC1E0C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3807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2C1D-00F2-4E80-B5EC-F9B4EC7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B86EE-A520-4938-BBFC-308E4E9B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C9DEE-DA8C-46B8-A466-838A33CD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D0A46-0327-4812-BF88-48AAB9C4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C58F7-A027-4990-985A-33D7A252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077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0B98-20C0-4382-ACA0-7F225FD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24651-DCDB-4A89-8CC9-9D2881A49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E5FE3-A654-4F3F-8C1F-08771815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E3138-AA6F-45AB-A6F4-29E527D4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14F0B-1CCD-40CF-8969-EB6520BB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919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1F4CB-FE26-4211-9D9E-77D28E3B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B7E02-50FB-424D-B0D3-C4315ACF0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600DB3-D558-41E5-BBA3-81252DB9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48A702-E385-440C-B23E-E78E4FBC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4824C-91FD-479E-99BA-178A5779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EC80C-FF8D-4467-A7F3-58C50DB1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219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CED42-C68E-4147-AA71-D501FDA9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0B5416-F2E4-4DE3-AB59-C247E75C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021BB-9D6F-4014-B30D-BBAD1141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D349C3-E307-4620-8073-8454BD3D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13D91D-62CF-42E2-8CF8-5F5FB05A6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C7D113-EAB3-42AE-AEFB-7A20524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87A07C-093D-4E96-97AA-61D9483C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698BD7-289F-49F8-8B6C-A18EFD62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483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4615-DC4A-4C09-B01E-D9C5E896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99650B-5147-4C16-B324-46C10496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D53A37-15DB-4430-8927-4C92E09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BCBFD-CB90-4A34-BEFB-0C4B1F8E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91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7949BE-23D4-45ED-982E-87E5E550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269633-1D51-4A32-A9C7-BDEFC8D6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73C6B-CEAC-4893-B7E9-50FCED9D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6088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E340-E118-40BC-80FF-67F3F096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4DE572-55FB-4CD1-80B7-4F5B79E1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34735-07AE-432A-9743-E6C85E0D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CE96B-AC63-44E7-B7F9-80B880A7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4FFCD9-0D95-466B-B1C1-11A2C3B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0B1032-3F2D-463A-89F0-6557D2CD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9049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C350B-9D66-4CDE-B1B4-A91ED99B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391096-991C-4D66-B5E8-117284D56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648566-8850-4B1F-92D6-945B619D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9E5BF0-D6A4-4C40-ACB3-63566680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15B60-1D3F-4A71-8C46-D0758993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C15301-B5C1-40C8-B7BC-6210D325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73861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6F721-61E3-4117-948F-0084F836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1AB4C5-F4F2-4888-93D5-5A20A59B7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16FDE-55AD-4D67-A363-1CDC8D32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105C3-451F-433F-A27A-2257D38B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0528E-B5F1-4B8F-9F78-E82055B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4011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AF5760-7C75-4EE4-8C5D-FDEE6231A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F941D-FEBD-4D7E-AB31-C252D5B2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085A6-B77C-4C8B-9B0D-830E5485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D150A-43B9-46AA-8703-FBF8758F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CEF45-D74A-4970-BFDB-61E4291E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265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0B7FF-D76F-4ECF-8C7E-07DA33D50581}" type="datetimeFigureOut">
              <a:rPr lang="es-ES" smtClean="0"/>
              <a:t>14/08/2026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66658-103E-4CF2-98BE-1DB54F5889DF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9EA8B-42ED-4EF0-BD9D-B112EE68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626D5B-AAB0-4FB4-8F9C-D3EF783B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3871ED-2133-48DE-AFD7-506CF27E4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F4D3E-34FE-40CA-BBCE-E9B2AA46D901}" type="datetimeFigureOut">
              <a:rPr lang="es-MX" smtClean="0"/>
              <a:t>14/08/2026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75052-FC4D-4F13-B6D3-60B0EBC00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1981E-3FCB-46D8-A905-48262C30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453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12EFCF0C-C4A1-4F32-BA51-32F366F84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9553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6BE06128-8461-471D-A445-8B81FD686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6975" y="2168726"/>
            <a:ext cx="5952067" cy="3195637"/>
          </a:xfrm>
        </p:spPr>
        <p:txBody>
          <a:bodyPr>
            <a:noAutofit/>
          </a:bodyPr>
          <a:lstStyle/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de elementos a editar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D86E2-D522-48A2-8C54-E8AE06259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75" y="101654"/>
            <a:ext cx="11163631" cy="696509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Editar sección de lactancia materna en el HTML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DFDD54-0618-4CC7-A3AB-747F59E8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695"/>
            <a:ext cx="5588990" cy="49803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7810C04-CBB8-4F03-BCCC-50554BBA2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822" y="1262217"/>
            <a:ext cx="6451178" cy="4333566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93EBA63-5C70-4B1D-AE8C-88E0C89EA5AD}"/>
              </a:ext>
            </a:extLst>
          </p:cNvPr>
          <p:cNvCxnSpPr/>
          <p:nvPr/>
        </p:nvCxnSpPr>
        <p:spPr>
          <a:xfrm>
            <a:off x="7848133" y="1918557"/>
            <a:ext cx="1318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0037C8-F295-4E34-9336-7432BB4ADD1E}"/>
              </a:ext>
            </a:extLst>
          </p:cNvPr>
          <p:cNvSpPr txBox="1"/>
          <p:nvPr/>
        </p:nvSpPr>
        <p:spPr>
          <a:xfrm>
            <a:off x="9281200" y="1595391"/>
            <a:ext cx="291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Modificar la imagen de lactancia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C4A1A09-DE44-42E3-B4C5-74352D0D15A0}"/>
              </a:ext>
            </a:extLst>
          </p:cNvPr>
          <p:cNvCxnSpPr>
            <a:cxnSpLocks/>
          </p:cNvCxnSpPr>
          <p:nvPr/>
        </p:nvCxnSpPr>
        <p:spPr>
          <a:xfrm>
            <a:off x="9281200" y="4814157"/>
            <a:ext cx="0" cy="226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B7F3497-2B9E-42D4-891C-CF9E931C4499}"/>
              </a:ext>
            </a:extLst>
          </p:cNvPr>
          <p:cNvSpPr txBox="1"/>
          <p:nvPr/>
        </p:nvSpPr>
        <p:spPr>
          <a:xfrm>
            <a:off x="7511010" y="5041127"/>
            <a:ext cx="349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Modificar una o más de las reglas</a:t>
            </a:r>
          </a:p>
        </p:txBody>
      </p:sp>
    </p:spTree>
    <p:extLst>
      <p:ext uri="{BB962C8B-B14F-4D97-AF65-F5344CB8AC3E}">
        <p14:creationId xmlns:p14="http://schemas.microsoft.com/office/powerpoint/2010/main" val="171484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CAD0C76-A81F-4F33-B06E-EA431D6C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677"/>
            <a:ext cx="5543591" cy="414263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64E1387-925E-4D09-A891-78C070DD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75" y="101654"/>
            <a:ext cx="11163631" cy="696509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Editar imagen de fondo de filosofía institucional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D43C0C2-E442-4762-ADD6-CD32CED4904E}"/>
              </a:ext>
            </a:extLst>
          </p:cNvPr>
          <p:cNvCxnSpPr>
            <a:cxnSpLocks/>
          </p:cNvCxnSpPr>
          <p:nvPr/>
        </p:nvCxnSpPr>
        <p:spPr>
          <a:xfrm>
            <a:off x="5468043" y="4256240"/>
            <a:ext cx="11315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3DA4EE2-03AC-479E-88A6-0EFAAB2C9098}"/>
              </a:ext>
            </a:extLst>
          </p:cNvPr>
          <p:cNvSpPr txBox="1"/>
          <p:nvPr/>
        </p:nvSpPr>
        <p:spPr>
          <a:xfrm>
            <a:off x="6723831" y="4071574"/>
            <a:ext cx="546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Modificar la imagen de fondo en el </a:t>
            </a:r>
            <a:r>
              <a:rPr lang="es-MX" dirty="0" err="1"/>
              <a:t>Css</a:t>
            </a:r>
            <a:r>
              <a:rPr lang="es-MX" dirty="0"/>
              <a:t> “filosofía.css”</a:t>
            </a:r>
          </a:p>
        </p:txBody>
      </p:sp>
    </p:spTree>
    <p:extLst>
      <p:ext uri="{BB962C8B-B14F-4D97-AF65-F5344CB8AC3E}">
        <p14:creationId xmlns:p14="http://schemas.microsoft.com/office/powerpoint/2010/main" val="305813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DC8BC4-D366-4836-96A9-3B276BA730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57"/>
          <a:stretch/>
        </p:blipFill>
        <p:spPr>
          <a:xfrm>
            <a:off x="0" y="950352"/>
            <a:ext cx="6027089" cy="582084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B731D70-DF98-4BCD-AC58-FA85760B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5" y="205021"/>
            <a:ext cx="11163631" cy="696509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Modificar imagen de los servicios y editar servicios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4B5CA4A-C87C-4181-906F-9B1B5434E1E7}"/>
              </a:ext>
            </a:extLst>
          </p:cNvPr>
          <p:cNvCxnSpPr>
            <a:cxnSpLocks/>
          </p:cNvCxnSpPr>
          <p:nvPr/>
        </p:nvCxnSpPr>
        <p:spPr>
          <a:xfrm>
            <a:off x="4537741" y="1680017"/>
            <a:ext cx="19028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28CD9B4-B4E6-42A3-9A3D-5FDFF52B86E4}"/>
              </a:ext>
            </a:extLst>
          </p:cNvPr>
          <p:cNvSpPr txBox="1"/>
          <p:nvPr/>
        </p:nvSpPr>
        <p:spPr>
          <a:xfrm>
            <a:off x="6532999" y="1356851"/>
            <a:ext cx="54681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Modificar la imagen que aparece al lado de los servicios en HTML 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6E176E2-D5C1-4F45-8DA2-D02E9EBA575C}"/>
              </a:ext>
            </a:extLst>
          </p:cNvPr>
          <p:cNvCxnSpPr>
            <a:cxnSpLocks/>
          </p:cNvCxnSpPr>
          <p:nvPr/>
        </p:nvCxnSpPr>
        <p:spPr>
          <a:xfrm>
            <a:off x="3179393" y="4941377"/>
            <a:ext cx="32611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BEC5C30-1140-4A30-8A49-E2EE2E2D9B6F}"/>
              </a:ext>
            </a:extLst>
          </p:cNvPr>
          <p:cNvSpPr txBox="1"/>
          <p:nvPr/>
        </p:nvSpPr>
        <p:spPr>
          <a:xfrm>
            <a:off x="6532999" y="3602549"/>
            <a:ext cx="54681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B050"/>
                </a:solidFill>
              </a:rPr>
              <a:t>Añadir </a:t>
            </a:r>
          </a:p>
          <a:p>
            <a:r>
              <a:rPr lang="es-MX" sz="2800" dirty="0"/>
              <a:t>Usar código &lt;</a:t>
            </a:r>
            <a:r>
              <a:rPr lang="es-MX" sz="2800" dirty="0" err="1"/>
              <a:t>li</a:t>
            </a:r>
            <a:r>
              <a:rPr lang="es-MX" sz="2800" dirty="0"/>
              <a:t>&gt;nombre del servicio &lt;/</a:t>
            </a:r>
            <a:r>
              <a:rPr lang="es-MX" sz="2800" dirty="0" err="1"/>
              <a:t>li</a:t>
            </a:r>
            <a:r>
              <a:rPr lang="es-MX" sz="2800" dirty="0"/>
              <a:t>&gt;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Eliminar</a:t>
            </a:r>
          </a:p>
          <a:p>
            <a:r>
              <a:rPr lang="es-MX" sz="2800" dirty="0"/>
              <a:t>Borrar la línea del servicio que queramos eliminar</a:t>
            </a:r>
          </a:p>
        </p:txBody>
      </p:sp>
    </p:spTree>
    <p:extLst>
      <p:ext uri="{BB962C8B-B14F-4D97-AF65-F5344CB8AC3E}">
        <p14:creationId xmlns:p14="http://schemas.microsoft.com/office/powerpoint/2010/main" val="96401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CF74587-98C7-4C94-BB21-5299AE5E9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4394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0AC4312-73C2-4D1D-BA51-4F9BCE4C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394" y="-335668"/>
            <a:ext cx="8057606" cy="1353434"/>
          </a:xfrm>
        </p:spPr>
        <p:txBody>
          <a:bodyPr>
            <a:normAutofit fontScale="90000"/>
          </a:bodyPr>
          <a:lstStyle/>
          <a:p>
            <a:pPr algn="ctr"/>
            <a:r>
              <a:rPr lang="es-MX" sz="5400" b="1" dirty="0"/>
              <a:t>Modificar los distintos horarios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970B1B9-43D7-41D4-955C-BB19A0561066}"/>
              </a:ext>
            </a:extLst>
          </p:cNvPr>
          <p:cNvCxnSpPr>
            <a:cxnSpLocks/>
          </p:cNvCxnSpPr>
          <p:nvPr/>
        </p:nvCxnSpPr>
        <p:spPr>
          <a:xfrm>
            <a:off x="2549915" y="1823141"/>
            <a:ext cx="19028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527D354-3E81-4C7B-9BCA-D4BBC84E2240}"/>
              </a:ext>
            </a:extLst>
          </p:cNvPr>
          <p:cNvSpPr txBox="1"/>
          <p:nvPr/>
        </p:nvSpPr>
        <p:spPr>
          <a:xfrm>
            <a:off x="4452731" y="1561531"/>
            <a:ext cx="5468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Editar los días de la semana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A79B1EA-00B1-4656-9FFF-2857AD20AD6E}"/>
              </a:ext>
            </a:extLst>
          </p:cNvPr>
          <p:cNvCxnSpPr>
            <a:cxnSpLocks/>
          </p:cNvCxnSpPr>
          <p:nvPr/>
        </p:nvCxnSpPr>
        <p:spPr>
          <a:xfrm>
            <a:off x="3751888" y="2420815"/>
            <a:ext cx="70084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53F9815-29E6-42DE-AB8F-B1642940905F}"/>
              </a:ext>
            </a:extLst>
          </p:cNvPr>
          <p:cNvSpPr txBox="1"/>
          <p:nvPr/>
        </p:nvSpPr>
        <p:spPr>
          <a:xfrm>
            <a:off x="4506761" y="2159205"/>
            <a:ext cx="5468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Editar el horario del Turno Matutino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FB1C345-6530-4392-BAC9-FFB784608607}"/>
              </a:ext>
            </a:extLst>
          </p:cNvPr>
          <p:cNvCxnSpPr>
            <a:cxnSpLocks/>
          </p:cNvCxnSpPr>
          <p:nvPr/>
        </p:nvCxnSpPr>
        <p:spPr>
          <a:xfrm>
            <a:off x="3751887" y="3050293"/>
            <a:ext cx="70084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CFC09A-BB6F-4C0A-BA1D-784798CB0D5D}"/>
              </a:ext>
            </a:extLst>
          </p:cNvPr>
          <p:cNvSpPr txBox="1"/>
          <p:nvPr/>
        </p:nvSpPr>
        <p:spPr>
          <a:xfrm>
            <a:off x="4506760" y="2788683"/>
            <a:ext cx="6267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Editar el horario del Turno Vespertino</a:t>
            </a:r>
          </a:p>
        </p:txBody>
      </p:sp>
    </p:spTree>
    <p:extLst>
      <p:ext uri="{BB962C8B-B14F-4D97-AF65-F5344CB8AC3E}">
        <p14:creationId xmlns:p14="http://schemas.microsoft.com/office/powerpoint/2010/main" val="332037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6E66D8F-9DE3-4D4B-90B2-0ABB9CC3ADB7}"/>
              </a:ext>
            </a:extLst>
          </p:cNvPr>
          <p:cNvSpPr txBox="1">
            <a:spLocks/>
          </p:cNvSpPr>
          <p:nvPr/>
        </p:nvSpPr>
        <p:spPr>
          <a:xfrm>
            <a:off x="-37071" y="-555110"/>
            <a:ext cx="12266141" cy="16425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Cuando sea necesario borrar el segundo carrusel simplemente se borra su versión HTML, java y CSS</a:t>
            </a:r>
          </a:p>
        </p:txBody>
      </p:sp>
      <p:pic>
        <p:nvPicPr>
          <p:cNvPr id="1026" name="Picture 2" descr="Imágenes de Html - Descarga gratuita en Magnific (antes Freepik)">
            <a:extLst>
              <a:ext uri="{FF2B5EF4-FFF2-40B4-BE49-F238E27FC236}">
                <a16:creationId xmlns:a16="http://schemas.microsoft.com/office/drawing/2014/main" id="{B77A6568-4A24-4646-9896-C7FEBC8B4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5" t="8167" r="19490" b="6547"/>
          <a:stretch/>
        </p:blipFill>
        <p:spPr bwMode="auto">
          <a:xfrm>
            <a:off x="930876" y="1325004"/>
            <a:ext cx="3331972" cy="432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069CA8E-3292-4ADA-80E7-FC31EBE66CFA}"/>
              </a:ext>
            </a:extLst>
          </p:cNvPr>
          <p:cNvSpPr txBox="1">
            <a:spLocks/>
          </p:cNvSpPr>
          <p:nvPr/>
        </p:nvSpPr>
        <p:spPr>
          <a:xfrm>
            <a:off x="1357067" y="5770607"/>
            <a:ext cx="2776152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Líneas 25, 532- 602,805 </a:t>
            </a:r>
          </a:p>
        </p:txBody>
      </p:sp>
      <p:pic>
        <p:nvPicPr>
          <p:cNvPr id="1030" name="Picture 6" descr="Qué es Javascript y por qué es necesario para el sitio web People Like Us?  | People Like Us">
            <a:extLst>
              <a:ext uri="{FF2B5EF4-FFF2-40B4-BE49-F238E27FC236}">
                <a16:creationId xmlns:a16="http://schemas.microsoft.com/office/drawing/2014/main" id="{D7B88196-BCC4-4D81-9915-AE478653C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88" b="95616" l="9804" r="89735">
                        <a14:foregroundMark x1="46367" y1="30271" x2="42676" y2="84551"/>
                        <a14:foregroundMark x1="42676" y1="84551" x2="49481" y2="90188"/>
                        <a14:foregroundMark x1="49481" y1="90188" x2="56517" y2="76618"/>
                        <a14:foregroundMark x1="56517" y1="76618" x2="60554" y2="51566"/>
                        <a14:foregroundMark x1="60554" y1="51566" x2="60092" y2="39040"/>
                        <a14:foregroundMark x1="60092" y1="39040" x2="59862" y2="38622"/>
                        <a14:foregroundMark x1="52480" y1="74322" x2="56171" y2="31942"/>
                        <a14:foregroundMark x1="56171" y1="31942" x2="56286" y2="30898"/>
                        <a14:foregroundMark x1="27682" y1="8768" x2="86851" y2="8768"/>
                        <a14:foregroundMark x1="29758" y1="6263" x2="53633" y2="2088"/>
                        <a14:foregroundMark x1="53633" y1="2088" x2="71857" y2="8559"/>
                        <a14:foregroundMark x1="42330" y1="8351" x2="48789" y2="7724"/>
                        <a14:foregroundMark x1="48789" y1="7724" x2="75433" y2="8977"/>
                        <a14:foregroundMark x1="73818" y1="13779" x2="25606" y2="15449"/>
                        <a14:foregroundMark x1="28489" y1="12109" x2="74048" y2="15449"/>
                        <a14:foregroundMark x1="74048" y1="15449" x2="75433" y2="11900"/>
                        <a14:foregroundMark x1="62860" y1="3758" x2="62860" y2="3758"/>
                        <a14:foregroundMark x1="53057" y1="82881" x2="60669" y2="82672"/>
                        <a14:foregroundMark x1="60669" y1="82672" x2="57324" y2="28184"/>
                        <a14:foregroundMark x1="57324" y1="28184" x2="57209" y2="27975"/>
                        <a14:foregroundMark x1="47982" y1="33194" x2="42676" y2="74948"/>
                        <a14:foregroundMark x1="42676" y1="74948" x2="46482" y2="87056"/>
                        <a14:foregroundMark x1="46482" y1="87056" x2="48789" y2="87056"/>
                        <a14:foregroundMark x1="48789" y1="86221" x2="46713" y2="48225"/>
                        <a14:foregroundMark x1="47290" y1="81420" x2="39331" y2="79749"/>
                        <a14:foregroundMark x1="39331" y1="79749" x2="39216" y2="79541"/>
                        <a14:foregroundMark x1="39100" y1="79541" x2="39562" y2="66180"/>
                        <a14:foregroundMark x1="47982" y1="95616" x2="50980" y2="956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64" r="22069"/>
          <a:stretch/>
        </p:blipFill>
        <p:spPr bwMode="auto">
          <a:xfrm>
            <a:off x="4411129" y="1087393"/>
            <a:ext cx="4448433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F66263D1-5BFE-4BA4-A7B6-D864097A2212}"/>
              </a:ext>
            </a:extLst>
          </p:cNvPr>
          <p:cNvSpPr txBox="1">
            <a:spLocks/>
          </p:cNvSpPr>
          <p:nvPr/>
        </p:nvSpPr>
        <p:spPr>
          <a:xfrm>
            <a:off x="5173362" y="5779077"/>
            <a:ext cx="3057557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Archivo carrusel-hospital</a:t>
            </a:r>
          </a:p>
        </p:txBody>
      </p:sp>
      <p:pic>
        <p:nvPicPr>
          <p:cNvPr id="1032" name="Picture 8" descr="Qué es CSS: Ventajas y funcionamiento Yeeply">
            <a:extLst>
              <a:ext uri="{FF2B5EF4-FFF2-40B4-BE49-F238E27FC236}">
                <a16:creationId xmlns:a16="http://schemas.microsoft.com/office/drawing/2014/main" id="{8973F94A-3B29-4E6C-878E-D4C2742D0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3" r="22318"/>
          <a:stretch/>
        </p:blipFill>
        <p:spPr bwMode="auto">
          <a:xfrm>
            <a:off x="8747831" y="1137140"/>
            <a:ext cx="3361792" cy="441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F49DE5C3-B390-4788-874E-AFA93142816A}"/>
              </a:ext>
            </a:extLst>
          </p:cNvPr>
          <p:cNvSpPr txBox="1">
            <a:spLocks/>
          </p:cNvSpPr>
          <p:nvPr/>
        </p:nvSpPr>
        <p:spPr>
          <a:xfrm>
            <a:off x="8837525" y="5772362"/>
            <a:ext cx="3057557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Archivo carrusel</a:t>
            </a:r>
            <a:r>
              <a:rPr lang="es-MX" sz="2000" dirty="0">
                <a:latin typeface="Calibri Light" panose="020F0302020204030204"/>
              </a:rPr>
              <a:t>-hospital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518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44432AA-A070-4D25-9D76-6B4B1078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82954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66C764E-FB34-4150-B71A-48DD480C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224" y="-128934"/>
            <a:ext cx="8009046" cy="696509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/>
              <a:t>Modificar el carrusel de INDICAS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C457481-9231-4394-B321-E52259B3C88A}"/>
              </a:ext>
            </a:extLst>
          </p:cNvPr>
          <p:cNvCxnSpPr>
            <a:cxnSpLocks/>
          </p:cNvCxnSpPr>
          <p:nvPr/>
        </p:nvCxnSpPr>
        <p:spPr>
          <a:xfrm>
            <a:off x="2937348" y="757667"/>
            <a:ext cx="159489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F10022-987E-4A39-8B6E-5DF1724BD374}"/>
              </a:ext>
            </a:extLst>
          </p:cNvPr>
          <p:cNvSpPr txBox="1"/>
          <p:nvPr/>
        </p:nvSpPr>
        <p:spPr>
          <a:xfrm>
            <a:off x="4532243" y="573001"/>
            <a:ext cx="658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línea modificar el título a 2°, 3° o 4° cuatrimestre 2026</a:t>
            </a: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33556E60-603F-4185-A5A4-36C154B880E8}"/>
              </a:ext>
            </a:extLst>
          </p:cNvPr>
          <p:cNvSpPr/>
          <p:nvPr/>
        </p:nvSpPr>
        <p:spPr>
          <a:xfrm>
            <a:off x="3277926" y="2146852"/>
            <a:ext cx="300161" cy="1176792"/>
          </a:xfrm>
          <a:prstGeom prst="rightBrac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A66377-F91C-476E-B421-695BD3A6FD5B}"/>
              </a:ext>
            </a:extLst>
          </p:cNvPr>
          <p:cNvSpPr txBox="1"/>
          <p:nvPr/>
        </p:nvSpPr>
        <p:spPr>
          <a:xfrm>
            <a:off x="4390445" y="2550582"/>
            <a:ext cx="7329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sección hay que cambiar las imágenes en las líneas </a:t>
            </a:r>
            <a:r>
              <a:rPr lang="es-MX" b="1" dirty="0"/>
              <a:t>&lt;</a:t>
            </a:r>
            <a:r>
              <a:rPr lang="es-MX" b="1" dirty="0" err="1"/>
              <a:t>img</a:t>
            </a:r>
            <a:r>
              <a:rPr lang="es-MX" b="1" dirty="0"/>
              <a:t> </a:t>
            </a:r>
            <a:r>
              <a:rPr lang="es-MX" b="1" dirty="0" err="1"/>
              <a:t>src</a:t>
            </a:r>
            <a:r>
              <a:rPr lang="es-MX" b="1" dirty="0"/>
              <a:t>= “ / ” &gt;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A826CA7-3D3B-4992-961E-58A8B7C24032}"/>
              </a:ext>
            </a:extLst>
          </p:cNvPr>
          <p:cNvCxnSpPr>
            <a:cxnSpLocks/>
          </p:cNvCxnSpPr>
          <p:nvPr/>
        </p:nvCxnSpPr>
        <p:spPr>
          <a:xfrm>
            <a:off x="2354585" y="6165879"/>
            <a:ext cx="20358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3AAFAF4-15BE-4696-BDCC-B5B0CE1C95A0}"/>
              </a:ext>
            </a:extLst>
          </p:cNvPr>
          <p:cNvSpPr txBox="1"/>
          <p:nvPr/>
        </p:nvSpPr>
        <p:spPr>
          <a:xfrm>
            <a:off x="4509716" y="5981213"/>
            <a:ext cx="768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esta línea subir la última imagen de INDICAS que suele tener tamaño distinto a las dos primeras</a:t>
            </a:r>
          </a:p>
        </p:txBody>
      </p:sp>
    </p:spTree>
    <p:extLst>
      <p:ext uri="{BB962C8B-B14F-4D97-AF65-F5344CB8AC3E}">
        <p14:creationId xmlns:p14="http://schemas.microsoft.com/office/powerpoint/2010/main" val="210093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6E66D8F-9DE3-4D4B-90B2-0ABB9CC3ADB7}"/>
              </a:ext>
            </a:extLst>
          </p:cNvPr>
          <p:cNvSpPr txBox="1">
            <a:spLocks/>
          </p:cNvSpPr>
          <p:nvPr/>
        </p:nvSpPr>
        <p:spPr>
          <a:xfrm>
            <a:off x="-37071" y="-555110"/>
            <a:ext cx="12266141" cy="16425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Cuando sea necesario borrar el segundo carrusel simplemente se borra su versión HTML, java y CSS</a:t>
            </a:r>
          </a:p>
        </p:txBody>
      </p:sp>
      <p:pic>
        <p:nvPicPr>
          <p:cNvPr id="1026" name="Picture 2" descr="Imágenes de Html - Descarga gratuita en Magnific (antes Freepik)">
            <a:extLst>
              <a:ext uri="{FF2B5EF4-FFF2-40B4-BE49-F238E27FC236}">
                <a16:creationId xmlns:a16="http://schemas.microsoft.com/office/drawing/2014/main" id="{B77A6568-4A24-4646-9896-C7FEBC8B4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5" t="8167" r="19490" b="6547"/>
          <a:stretch/>
        </p:blipFill>
        <p:spPr bwMode="auto">
          <a:xfrm>
            <a:off x="930876" y="1325004"/>
            <a:ext cx="3331972" cy="432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069CA8E-3292-4ADA-80E7-FC31EBE66CFA}"/>
              </a:ext>
            </a:extLst>
          </p:cNvPr>
          <p:cNvSpPr txBox="1">
            <a:spLocks/>
          </p:cNvSpPr>
          <p:nvPr/>
        </p:nvSpPr>
        <p:spPr>
          <a:xfrm>
            <a:off x="1357067" y="5770607"/>
            <a:ext cx="2776152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Líneas 29, 751-787,807 </a:t>
            </a:r>
          </a:p>
        </p:txBody>
      </p:sp>
      <p:pic>
        <p:nvPicPr>
          <p:cNvPr id="1030" name="Picture 6" descr="Qué es Javascript y por qué es necesario para el sitio web People Like Us?  | People Like Us">
            <a:extLst>
              <a:ext uri="{FF2B5EF4-FFF2-40B4-BE49-F238E27FC236}">
                <a16:creationId xmlns:a16="http://schemas.microsoft.com/office/drawing/2014/main" id="{D7B88196-BCC4-4D81-9915-AE478653C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88" b="95616" l="9804" r="89735">
                        <a14:foregroundMark x1="46367" y1="30271" x2="42676" y2="84551"/>
                        <a14:foregroundMark x1="42676" y1="84551" x2="49481" y2="90188"/>
                        <a14:foregroundMark x1="49481" y1="90188" x2="56517" y2="76618"/>
                        <a14:foregroundMark x1="56517" y1="76618" x2="60554" y2="51566"/>
                        <a14:foregroundMark x1="60554" y1="51566" x2="60092" y2="39040"/>
                        <a14:foregroundMark x1="60092" y1="39040" x2="59862" y2="38622"/>
                        <a14:foregroundMark x1="52480" y1="74322" x2="56171" y2="31942"/>
                        <a14:foregroundMark x1="56171" y1="31942" x2="56286" y2="30898"/>
                        <a14:foregroundMark x1="27682" y1="8768" x2="86851" y2="8768"/>
                        <a14:foregroundMark x1="29758" y1="6263" x2="53633" y2="2088"/>
                        <a14:foregroundMark x1="53633" y1="2088" x2="71857" y2="8559"/>
                        <a14:foregroundMark x1="42330" y1="8351" x2="48789" y2="7724"/>
                        <a14:foregroundMark x1="48789" y1="7724" x2="75433" y2="8977"/>
                        <a14:foregroundMark x1="73818" y1="13779" x2="25606" y2="15449"/>
                        <a14:foregroundMark x1="28489" y1="12109" x2="74048" y2="15449"/>
                        <a14:foregroundMark x1="74048" y1="15449" x2="75433" y2="11900"/>
                        <a14:foregroundMark x1="62860" y1="3758" x2="62860" y2="3758"/>
                        <a14:foregroundMark x1="53057" y1="82881" x2="60669" y2="82672"/>
                        <a14:foregroundMark x1="60669" y1="82672" x2="57324" y2="28184"/>
                        <a14:foregroundMark x1="57324" y1="28184" x2="57209" y2="27975"/>
                        <a14:foregroundMark x1="47982" y1="33194" x2="42676" y2="74948"/>
                        <a14:foregroundMark x1="42676" y1="74948" x2="46482" y2="87056"/>
                        <a14:foregroundMark x1="46482" y1="87056" x2="48789" y2="87056"/>
                        <a14:foregroundMark x1="48789" y1="86221" x2="46713" y2="48225"/>
                        <a14:foregroundMark x1="47290" y1="81420" x2="39331" y2="79749"/>
                        <a14:foregroundMark x1="39331" y1="79749" x2="39216" y2="79541"/>
                        <a14:foregroundMark x1="39100" y1="79541" x2="39562" y2="66180"/>
                        <a14:foregroundMark x1="47982" y1="95616" x2="50980" y2="956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64" r="22069"/>
          <a:stretch/>
        </p:blipFill>
        <p:spPr bwMode="auto">
          <a:xfrm>
            <a:off x="4411129" y="1087393"/>
            <a:ext cx="4448433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F66263D1-5BFE-4BA4-A7B6-D864097A2212}"/>
              </a:ext>
            </a:extLst>
          </p:cNvPr>
          <p:cNvSpPr txBox="1">
            <a:spLocks/>
          </p:cNvSpPr>
          <p:nvPr/>
        </p:nvSpPr>
        <p:spPr>
          <a:xfrm>
            <a:off x="5173362" y="5779077"/>
            <a:ext cx="3057557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Archivo carrusel-tortura</a:t>
            </a:r>
          </a:p>
        </p:txBody>
      </p:sp>
      <p:pic>
        <p:nvPicPr>
          <p:cNvPr id="1032" name="Picture 8" descr="Qué es CSS: Ventajas y funcionamiento Yeeply">
            <a:extLst>
              <a:ext uri="{FF2B5EF4-FFF2-40B4-BE49-F238E27FC236}">
                <a16:creationId xmlns:a16="http://schemas.microsoft.com/office/drawing/2014/main" id="{8973F94A-3B29-4E6C-878E-D4C2742D0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3" r="22318"/>
          <a:stretch/>
        </p:blipFill>
        <p:spPr bwMode="auto">
          <a:xfrm>
            <a:off x="8747831" y="1137140"/>
            <a:ext cx="3361792" cy="441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F49DE5C3-B390-4788-874E-AFA93142816A}"/>
              </a:ext>
            </a:extLst>
          </p:cNvPr>
          <p:cNvSpPr txBox="1">
            <a:spLocks/>
          </p:cNvSpPr>
          <p:nvPr/>
        </p:nvSpPr>
        <p:spPr>
          <a:xfrm>
            <a:off x="8837525" y="5772362"/>
            <a:ext cx="3057557" cy="314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Archivo </a:t>
            </a:r>
            <a:r>
              <a:rPr kumimoji="0" lang="es-MX" sz="20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carrusel_tortura</a:t>
            </a:r>
            <a:endParaRPr kumimoji="0" lang="es-MX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0847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7C5CE-CBB2-4B0B-8640-567A9C04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MX" sz="4000" b="1" dirty="0"/>
              <a:t>En caso de solo modificarlo a un carrusel de 2 imágenes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28451AA-12D1-47AF-BB7B-E64757AB7F31}"/>
              </a:ext>
            </a:extLst>
          </p:cNvPr>
          <p:cNvGrpSpPr/>
          <p:nvPr/>
        </p:nvGrpSpPr>
        <p:grpSpPr>
          <a:xfrm>
            <a:off x="57665" y="1520922"/>
            <a:ext cx="12606375" cy="4616266"/>
            <a:chOff x="255374" y="1120141"/>
            <a:chExt cx="12416904" cy="411149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2BFD4A8-0F24-492F-BD7A-60AA169A75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9054" b="70669"/>
            <a:stretch/>
          </p:blipFill>
          <p:spPr>
            <a:xfrm>
              <a:off x="255374" y="1120141"/>
              <a:ext cx="5329880" cy="1246219"/>
            </a:xfrm>
            <a:prstGeom prst="rect">
              <a:avLst/>
            </a:prstGeom>
          </p:spPr>
        </p:pic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27B7245B-A49A-47AA-B604-3C363A897884}"/>
                </a:ext>
              </a:extLst>
            </p:cNvPr>
            <p:cNvSpPr txBox="1">
              <a:spLocks/>
            </p:cNvSpPr>
            <p:nvPr/>
          </p:nvSpPr>
          <p:spPr>
            <a:xfrm>
              <a:off x="1359242" y="2454876"/>
              <a:ext cx="3647187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Subir la imagen en esta dirección 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988770F-49E4-46A7-B907-38A217B94C3B}"/>
                </a:ext>
              </a:extLst>
            </p:cNvPr>
            <p:cNvCxnSpPr>
              <a:cxnSpLocks/>
            </p:cNvCxnSpPr>
            <p:nvPr/>
          </p:nvCxnSpPr>
          <p:spPr>
            <a:xfrm>
              <a:off x="5585254" y="1902941"/>
              <a:ext cx="118376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ítulo 1">
              <a:extLst>
                <a:ext uri="{FF2B5EF4-FFF2-40B4-BE49-F238E27FC236}">
                  <a16:creationId xmlns:a16="http://schemas.microsoft.com/office/drawing/2014/main" id="{E5DEB71F-C528-400F-B539-BFC958C1E9E5}"/>
                </a:ext>
              </a:extLst>
            </p:cNvPr>
            <p:cNvSpPr txBox="1">
              <a:spLocks/>
            </p:cNvSpPr>
            <p:nvPr/>
          </p:nvSpPr>
          <p:spPr>
            <a:xfrm>
              <a:off x="6769018" y="2219175"/>
              <a:ext cx="5043500" cy="70082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Colocarlas aquí con su respectivo nombre, el nombre de la carpeta no cambiara </a:t>
              </a: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6B468D1E-261E-4E4D-ADB1-6C7088666BAA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5" y="2919997"/>
              <a:ext cx="0" cy="6571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EABBF1C9-6F31-4C05-ADF2-07D23B6B6214}"/>
                </a:ext>
              </a:extLst>
            </p:cNvPr>
            <p:cNvSpPr txBox="1">
              <a:spLocks/>
            </p:cNvSpPr>
            <p:nvPr/>
          </p:nvSpPr>
          <p:spPr>
            <a:xfrm>
              <a:off x="6734432" y="4615890"/>
              <a:ext cx="5937846" cy="61574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Quitar una de las línea &lt;</a:t>
              </a:r>
              <a:r>
                <a:rPr kumimoji="0" lang="es-MX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</a:t>
              </a:r>
              <a:r>
                <a:rPr kumimoji="0" lang="es-MX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class</a:t>
              </a: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=“punto”&gt;&lt;/</a:t>
              </a:r>
              <a:r>
                <a:rPr kumimoji="0" lang="es-MX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&gt;</a:t>
              </a: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FA69B23F-827F-475A-B15C-787B5F3D7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36" y="1101295"/>
            <a:ext cx="3746532" cy="18142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E61956-5B6E-4E90-8C76-68BD2C134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799" y="4279592"/>
            <a:ext cx="5125950" cy="13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6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7C5CE-CBB2-4B0B-8640-567A9C04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MX" sz="3600" b="1" dirty="0"/>
              <a:t>En caso de solo modificarlo a un carrusel de 4 o más imágenes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28451AA-12D1-47AF-BB7B-E64757AB7F31}"/>
              </a:ext>
            </a:extLst>
          </p:cNvPr>
          <p:cNvGrpSpPr/>
          <p:nvPr/>
        </p:nvGrpSpPr>
        <p:grpSpPr>
          <a:xfrm>
            <a:off x="57665" y="1520922"/>
            <a:ext cx="12511124" cy="5107998"/>
            <a:chOff x="255374" y="1120141"/>
            <a:chExt cx="12323085" cy="454945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2BFD4A8-0F24-492F-BD7A-60AA169A75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9054" b="70669"/>
            <a:stretch/>
          </p:blipFill>
          <p:spPr>
            <a:xfrm>
              <a:off x="255374" y="1120141"/>
              <a:ext cx="5329880" cy="1246219"/>
            </a:xfrm>
            <a:prstGeom prst="rect">
              <a:avLst/>
            </a:prstGeom>
          </p:spPr>
        </p:pic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27B7245B-A49A-47AA-B604-3C363A897884}"/>
                </a:ext>
              </a:extLst>
            </p:cNvPr>
            <p:cNvSpPr txBox="1">
              <a:spLocks/>
            </p:cNvSpPr>
            <p:nvPr/>
          </p:nvSpPr>
          <p:spPr>
            <a:xfrm>
              <a:off x="1359242" y="2454876"/>
              <a:ext cx="3647187" cy="31455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Subir la imagen en esta dirección 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988770F-49E4-46A7-B907-38A217B94C3B}"/>
                </a:ext>
              </a:extLst>
            </p:cNvPr>
            <p:cNvCxnSpPr>
              <a:cxnSpLocks/>
            </p:cNvCxnSpPr>
            <p:nvPr/>
          </p:nvCxnSpPr>
          <p:spPr>
            <a:xfrm>
              <a:off x="5945852" y="1743250"/>
              <a:ext cx="118376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ítulo 1">
              <a:extLst>
                <a:ext uri="{FF2B5EF4-FFF2-40B4-BE49-F238E27FC236}">
                  <a16:creationId xmlns:a16="http://schemas.microsoft.com/office/drawing/2014/main" id="{E5DEB71F-C528-400F-B539-BFC958C1E9E5}"/>
                </a:ext>
              </a:extLst>
            </p:cNvPr>
            <p:cNvSpPr txBox="1">
              <a:spLocks/>
            </p:cNvSpPr>
            <p:nvPr/>
          </p:nvSpPr>
          <p:spPr>
            <a:xfrm>
              <a:off x="6769019" y="2153568"/>
              <a:ext cx="5181211" cy="123173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Colocarlas aquí con su respectivo nombre, el nombre de la carpeta no cambiara. Añadir los 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slides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que sean necesarios con el protocolo &lt;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div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endParaRPr>
            </a:p>
          </p:txBody>
        </p:sp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EABBF1C9-6F31-4C05-ADF2-07D23B6B6214}"/>
                </a:ext>
              </a:extLst>
            </p:cNvPr>
            <p:cNvSpPr txBox="1">
              <a:spLocks/>
            </p:cNvSpPr>
            <p:nvPr/>
          </p:nvSpPr>
          <p:spPr>
            <a:xfrm>
              <a:off x="5321060" y="5053853"/>
              <a:ext cx="7257399" cy="61574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defRPr/>
              </a:pP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Añadir las líneas &lt;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 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class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=“punto”&gt;&lt;/</a:t>
              </a:r>
              <a:r>
                <a:rPr kumimoji="0" lang="es-MX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span</a:t>
              </a:r>
              <a:r>
                <a:rPr kumimoji="0" lang="es-MX" sz="20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rPr>
                <a:t>&gt; que sean necesarias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FA69B23F-827F-475A-B15C-787B5F3D7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36" y="1101295"/>
            <a:ext cx="3746532" cy="18142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E61956-5B6E-4E90-8C76-68BD2C134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974" y="4307808"/>
            <a:ext cx="6096000" cy="1644668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D84AABE-03BC-442B-A642-67A67BE787CD}"/>
              </a:ext>
            </a:extLst>
          </p:cNvPr>
          <p:cNvCxnSpPr>
            <a:cxnSpLocks/>
          </p:cNvCxnSpPr>
          <p:nvPr/>
        </p:nvCxnSpPr>
        <p:spPr>
          <a:xfrm>
            <a:off x="8882974" y="3858831"/>
            <a:ext cx="0" cy="4489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063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322</Words>
  <Application>Microsoft Office PowerPoint</Application>
  <PresentationFormat>Panorámica</PresentationFormat>
  <Paragraphs>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1_Tema de Office</vt:lpstr>
      <vt:lpstr>Tutorial de elementos a editar</vt:lpstr>
      <vt:lpstr>Editar sección de lactancia materna en el HTML</vt:lpstr>
      <vt:lpstr>Editar imagen de fondo de filosofía institucional</vt:lpstr>
      <vt:lpstr>Modificar imagen de los servicios y editar servicios</vt:lpstr>
      <vt:lpstr>Modificar los distintos horarios</vt:lpstr>
      <vt:lpstr>Presentación de PowerPoint</vt:lpstr>
      <vt:lpstr>Modificar el carrusel de INDICAS</vt:lpstr>
      <vt:lpstr>Presentación de PowerPoint</vt:lpstr>
      <vt:lpstr>En caso de solo modificarlo a un carrusel de 2 imágenes</vt:lpstr>
      <vt:lpstr>En caso de solo modificarlo a un carrusel de 4 o más imágenes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INVENTARIOS</dc:creator>
  <cp:lastModifiedBy>INVENTARIOS</cp:lastModifiedBy>
  <cp:revision>9</cp:revision>
  <dcterms:created xsi:type="dcterms:W3CDTF">2025-07-23T00:59:00Z</dcterms:created>
  <dcterms:modified xsi:type="dcterms:W3CDTF">2026-08-14T16:48:15Z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3EA4C230D22F4036B2EC09D41B17602C_13</vt:lpwstr>
  </property>
  <property fmtid="{D5CDD505-2E9C-101B-9397-08002B2CF9AE}" pid="3" name="KSOProductBuildVer">
    <vt:lpwstr>2052-12.1.0.21915</vt:lpwstr>
  </property>
</Properties>
</file>