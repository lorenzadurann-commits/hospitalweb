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61" r:id="rId4"/>
    <p:sldId id="276" r:id="rId5"/>
    <p:sldId id="277" r:id="rId6"/>
    <p:sldId id="278" r:id="rId7"/>
    <p:sldId id="279" r:id="rId8"/>
    <p:sldId id="280" r:id="rId9"/>
    <p:sldId id="281" r:id="rId10"/>
    <p:sldId id="284" r:id="rId11"/>
    <p:sldId id="285" r:id="rId12"/>
    <p:sldId id="286" r:id="rId13"/>
    <p:sldId id="283" r:id="rId14"/>
    <p:sldId id="282" r:id="rId15"/>
    <p:sldId id="287" r:id="rId16"/>
    <p:sldId id="288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314"/>
    <a:srgbClr val="6B52E2"/>
    <a:srgbClr val="0F8B83"/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72" autoAdjust="0"/>
    <p:restoredTop sz="94660"/>
  </p:normalViewPr>
  <p:slideViewPr>
    <p:cSldViewPr snapToGrid="0">
      <p:cViewPr>
        <p:scale>
          <a:sx n="80" d="100"/>
          <a:sy n="80" d="100"/>
        </p:scale>
        <p:origin x="60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DB11E-C9DF-4DDC-BF8C-5A7D3AEA8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17D076-6252-42DA-9D52-0F034E566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922079-586B-4E7E-8B4C-21A4F0015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5FF39-3FE8-4520-9A89-94337A1F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0841FE-33CF-471A-BCA9-AFC1E0C3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294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D2C1D-00F2-4E80-B5EC-F9B4EC76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5B86EE-A520-4938-BBFC-308E4E9B4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4C9DEE-DA8C-46B8-A466-838A33CDD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1D0A46-0327-4812-BF88-48AAB9C4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C58F7-A027-4990-985A-33D7A252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074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F0B98-20C0-4382-ACA0-7F225FDD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24651-DCDB-4A89-8CC9-9D2881A49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FE5FE3-A654-4F3F-8C1F-08771815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AE3138-AA6F-45AB-A6F4-29E527D4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F14F0B-1CCD-40CF-8969-EB6520BB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56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1F4CB-FE26-4211-9D9E-77D28E3B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DB7E02-50FB-424D-B0D3-C4315ACF0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600DB3-D558-41E5-BBA3-81252DB93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48A702-E385-440C-B23E-E78E4FBC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64824C-91FD-479E-99BA-178A5779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FEC80C-FF8D-4467-A7F3-58C50DB1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9771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CED42-C68E-4147-AA71-D501FDA9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0B5416-F2E4-4DE3-AB59-C247E75C2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3021BB-9D6F-4014-B30D-BBAD1141E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D349C3-E307-4620-8073-8454BD3DE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13D91D-62CF-42E2-8CF8-5F5FB05A6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9C7D113-EAB3-42AE-AEFB-7A205242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87A07C-093D-4E96-97AA-61D9483C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A698BD7-289F-49F8-8B6C-A18EFD62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078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4615-DC4A-4C09-B01E-D9C5E896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99650B-5147-4C16-B324-46C10496B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D53A37-15DB-4430-8927-4C92E093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8BCBFD-CB90-4A34-BEFB-0C4B1F8E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466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7949BE-23D4-45ED-982E-87E5E550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269633-1D51-4A32-A9C7-BDEFC8D6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B73C6B-CEAC-4893-B7E9-50FCED9D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1471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FE340-E118-40BC-80FF-67F3F096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4DE572-55FB-4CD1-80B7-4F5B79E1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034735-07AE-432A-9743-E6C85E0DF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9CE96B-AC63-44E7-B7F9-80B880A7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4FFCD9-0D95-466B-B1C1-11A2C3B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0B1032-3F2D-463A-89F0-6557D2CD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100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C350B-9D66-4CDE-B1B4-A91ED99B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391096-991C-4D66-B5E8-117284D56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648566-8850-4B1F-92D6-945B619D8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9E5BF0-D6A4-4C40-ACB3-635666809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15B60-1D3F-4A71-8C46-D0758993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C15301-B5C1-40C8-B7BC-6210D325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106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6F721-61E3-4117-948F-0084F836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1AB4C5-F4F2-4888-93D5-5A20A59B7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16FDE-55AD-4D67-A363-1CDC8D32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1105C3-451F-433F-A27A-2257D38B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90528E-B5F1-4B8F-9F78-E82055B6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370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AF5760-7C75-4EE4-8C5D-FDEE6231A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F941D-FEBD-4D7E-AB31-C252D5B2C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2085A6-B77C-4C8B-9B0D-830E5485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0D150A-43B9-46AA-8703-FBF8758F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CCEF45-D74A-4970-BFDB-61E4291E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39EA8B-42ED-4EF0-BD9D-B112EE68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626D5B-AAB0-4FB4-8F9C-D3EF783B7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3871ED-2133-48DE-AFD7-506CF27E49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75052-FC4D-4F13-B6D3-60B0EBC00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1981E-3FCB-46D8-A905-48262C301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478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3ECBD-8E4A-4071-8C7C-9AD0CCB03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72071"/>
          </a:xfrm>
        </p:spPr>
        <p:txBody>
          <a:bodyPr>
            <a:noAutofit/>
          </a:bodyPr>
          <a:lstStyle/>
          <a:p>
            <a:r>
              <a:rPr lang="es-MX" sz="8000" b="1" dirty="0">
                <a:solidFill>
                  <a:srgbClr val="0F8B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</a:t>
            </a:r>
            <a:r>
              <a:rPr lang="es-MX" sz="8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MX" sz="8000" b="1" dirty="0">
                <a:solidFill>
                  <a:srgbClr val="0F8B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botones verdes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CF2698-5B7D-44C8-B7BE-A8D70B3CB4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91" b="7603"/>
          <a:stretch/>
        </p:blipFill>
        <p:spPr>
          <a:xfrm>
            <a:off x="0" y="2603715"/>
            <a:ext cx="12192000" cy="163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5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D7D8C18F-6DEE-45D3-94D3-444AF9E84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20220" cy="6858000"/>
          </a:xfrm>
          <a:prstGeom prst="rect">
            <a:avLst/>
          </a:prstGeom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AF492CB-6F21-46DF-BCF9-A99C5ACAAAEA}"/>
              </a:ext>
            </a:extLst>
          </p:cNvPr>
          <p:cNvCxnSpPr>
            <a:cxnSpLocks/>
          </p:cNvCxnSpPr>
          <p:nvPr/>
        </p:nvCxnSpPr>
        <p:spPr>
          <a:xfrm>
            <a:off x="1646741" y="98463"/>
            <a:ext cx="965392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ítulo 1">
            <a:extLst>
              <a:ext uri="{FF2B5EF4-FFF2-40B4-BE49-F238E27FC236}">
                <a16:creationId xmlns:a16="http://schemas.microsoft.com/office/drawing/2014/main" id="{999D4436-2DA8-4005-A6BA-4ABC0F53F5ED}"/>
              </a:ext>
            </a:extLst>
          </p:cNvPr>
          <p:cNvSpPr txBox="1">
            <a:spLocks/>
          </p:cNvSpPr>
          <p:nvPr/>
        </p:nvSpPr>
        <p:spPr>
          <a:xfrm>
            <a:off x="1922460" y="-176632"/>
            <a:ext cx="4887433" cy="42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Sección botones programable en </a:t>
            </a:r>
            <a:r>
              <a:rPr kumimoji="0" lang="es-MX" sz="1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css</a:t>
            </a:r>
            <a:endParaRPr kumimoji="0" lang="es-MX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11B232D-DCC3-4A14-8100-932AAE035E4D}"/>
              </a:ext>
            </a:extLst>
          </p:cNvPr>
          <p:cNvCxnSpPr>
            <a:cxnSpLocks/>
          </p:cNvCxnSpPr>
          <p:nvPr/>
        </p:nvCxnSpPr>
        <p:spPr>
          <a:xfrm>
            <a:off x="2216258" y="333673"/>
            <a:ext cx="3967566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ítulo 1">
            <a:extLst>
              <a:ext uri="{FF2B5EF4-FFF2-40B4-BE49-F238E27FC236}">
                <a16:creationId xmlns:a16="http://schemas.microsoft.com/office/drawing/2014/main" id="{35713DE2-8287-4C2F-B187-A1A96C613481}"/>
              </a:ext>
            </a:extLst>
          </p:cNvPr>
          <p:cNvSpPr txBox="1">
            <a:spLocks/>
          </p:cNvSpPr>
          <p:nvPr/>
        </p:nvSpPr>
        <p:spPr>
          <a:xfrm>
            <a:off x="5898169" y="277764"/>
            <a:ext cx="4410093" cy="42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La </a:t>
            </a:r>
            <a:r>
              <a:rPr kumimoji="0" lang="es-MX" sz="16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etiqueta</a:t>
            </a: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&lt;a&gt; sirve para crear un hipervínculo 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15CB3263-46BA-42F1-9789-2CB2ADC58904}"/>
              </a:ext>
            </a:extLst>
          </p:cNvPr>
          <p:cNvSpPr txBox="1">
            <a:spLocks/>
          </p:cNvSpPr>
          <p:nvPr/>
        </p:nvSpPr>
        <p:spPr>
          <a:xfrm>
            <a:off x="5504266" y="-7827"/>
            <a:ext cx="4887433" cy="42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Sección botones-servicios programable en </a:t>
            </a:r>
            <a:r>
              <a:rPr kumimoji="0" lang="es-MX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css</a:t>
            </a:r>
            <a:endParaRPr kumimoji="0" lang="es-MX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B4028AA-E8EE-4A4D-B3CA-4BB0FD161827}"/>
              </a:ext>
            </a:extLst>
          </p:cNvPr>
          <p:cNvCxnSpPr>
            <a:cxnSpLocks/>
          </p:cNvCxnSpPr>
          <p:nvPr/>
        </p:nvCxnSpPr>
        <p:spPr>
          <a:xfrm>
            <a:off x="2151300" y="757389"/>
            <a:ext cx="4177311" cy="3067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55976023-EEE3-4540-AF28-5EA2AC31C5B9}"/>
              </a:ext>
            </a:extLst>
          </p:cNvPr>
          <p:cNvSpPr txBox="1">
            <a:spLocks/>
          </p:cNvSpPr>
          <p:nvPr/>
        </p:nvSpPr>
        <p:spPr>
          <a:xfrm>
            <a:off x="5703802" y="490865"/>
            <a:ext cx="4410093" cy="42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400" dirty="0">
                <a:latin typeface="Calibri Light" panose="020F0302020204030204"/>
              </a:rPr>
              <a:t>3</a:t>
            </a: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 Sección botón verde-programable en </a:t>
            </a:r>
            <a:r>
              <a:rPr kumimoji="0" lang="es-MX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css</a:t>
            </a:r>
            <a:endParaRPr kumimoji="0" lang="es-MX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83C741B-BD9E-4FE6-8E1E-8039A69DDBE7}"/>
              </a:ext>
            </a:extLst>
          </p:cNvPr>
          <p:cNvCxnSpPr>
            <a:cxnSpLocks/>
          </p:cNvCxnSpPr>
          <p:nvPr/>
        </p:nvCxnSpPr>
        <p:spPr>
          <a:xfrm>
            <a:off x="4824709" y="653415"/>
            <a:ext cx="135911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BDC58C7A-E143-45F6-B219-83FE9937F2CD}"/>
              </a:ext>
            </a:extLst>
          </p:cNvPr>
          <p:cNvCxnSpPr>
            <a:cxnSpLocks/>
          </p:cNvCxnSpPr>
          <p:nvPr/>
        </p:nvCxnSpPr>
        <p:spPr>
          <a:xfrm>
            <a:off x="2034271" y="871749"/>
            <a:ext cx="1478050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ítulo 1">
            <a:extLst>
              <a:ext uri="{FF2B5EF4-FFF2-40B4-BE49-F238E27FC236}">
                <a16:creationId xmlns:a16="http://schemas.microsoft.com/office/drawing/2014/main" id="{D87C516B-9F03-457E-94E8-C4FB65B0E9DB}"/>
              </a:ext>
            </a:extLst>
          </p:cNvPr>
          <p:cNvSpPr txBox="1">
            <a:spLocks/>
          </p:cNvSpPr>
          <p:nvPr/>
        </p:nvSpPr>
        <p:spPr>
          <a:xfrm>
            <a:off x="2893691" y="587181"/>
            <a:ext cx="3828823" cy="42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Abre la página en una nueva pestaña 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EAA9839-A566-4179-9CEE-0CB6B919C24D}"/>
              </a:ext>
            </a:extLst>
          </p:cNvPr>
          <p:cNvCxnSpPr>
            <a:cxnSpLocks/>
          </p:cNvCxnSpPr>
          <p:nvPr/>
        </p:nvCxnSpPr>
        <p:spPr>
          <a:xfrm>
            <a:off x="2612133" y="1013384"/>
            <a:ext cx="90018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ítulo 1">
            <a:extLst>
              <a:ext uri="{FF2B5EF4-FFF2-40B4-BE49-F238E27FC236}">
                <a16:creationId xmlns:a16="http://schemas.microsoft.com/office/drawing/2014/main" id="{1E64484C-1A6B-45A0-9194-DA5B957B5E1E}"/>
              </a:ext>
            </a:extLst>
          </p:cNvPr>
          <p:cNvSpPr txBox="1">
            <a:spLocks/>
          </p:cNvSpPr>
          <p:nvPr/>
        </p:nvSpPr>
        <p:spPr>
          <a:xfrm>
            <a:off x="3465987" y="917068"/>
            <a:ext cx="900189" cy="2729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Protocolo 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D60EA72-4BC2-40EF-97AB-B493184E2C79}"/>
              </a:ext>
            </a:extLst>
          </p:cNvPr>
          <p:cNvCxnSpPr>
            <a:cxnSpLocks/>
          </p:cNvCxnSpPr>
          <p:nvPr/>
        </p:nvCxnSpPr>
        <p:spPr>
          <a:xfrm>
            <a:off x="1993503" y="1114509"/>
            <a:ext cx="618630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7819E1AC-0F2E-4AB6-BE00-635270E00DBB}"/>
              </a:ext>
            </a:extLst>
          </p:cNvPr>
          <p:cNvSpPr txBox="1">
            <a:spLocks/>
          </p:cNvSpPr>
          <p:nvPr/>
        </p:nvSpPr>
        <p:spPr>
          <a:xfrm>
            <a:off x="2565041" y="1071026"/>
            <a:ext cx="900189" cy="2729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Titulo</a:t>
            </a:r>
          </a:p>
        </p:txBody>
      </p:sp>
    </p:spTree>
    <p:extLst>
      <p:ext uri="{BB962C8B-B14F-4D97-AF65-F5344CB8AC3E}">
        <p14:creationId xmlns:p14="http://schemas.microsoft.com/office/powerpoint/2010/main" val="263300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2B435D09-7EC5-48D0-A911-6ACE11C04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69233" cy="6858000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52E093D-79C6-453E-A60A-95FBBE43C2B8}"/>
              </a:ext>
            </a:extLst>
          </p:cNvPr>
          <p:cNvCxnSpPr>
            <a:cxnSpLocks/>
          </p:cNvCxnSpPr>
          <p:nvPr/>
        </p:nvCxnSpPr>
        <p:spPr>
          <a:xfrm>
            <a:off x="2292318" y="2361004"/>
            <a:ext cx="3411010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32F9578D-79BD-44A8-899D-9BAE56D9C448}"/>
              </a:ext>
            </a:extLst>
          </p:cNvPr>
          <p:cNvSpPr txBox="1">
            <a:spLocks/>
          </p:cNvSpPr>
          <p:nvPr/>
        </p:nvSpPr>
        <p:spPr>
          <a:xfrm>
            <a:off x="6369232" y="-1"/>
            <a:ext cx="5822767" cy="20386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b="1" dirty="0">
                <a:latin typeface="Calibri Light" panose="020F0302020204030204"/>
              </a:rPr>
              <a:t>Esa es una abreviatura de: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padding-top: 24px;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 padding-bottom: 24px; 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padding-left: 0;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 padding-right: 0;</a:t>
            </a:r>
            <a:r>
              <a:rPr lang="es-MX" sz="2000" dirty="0">
                <a:latin typeface="Calibri Light" panose="020F0302020204030204"/>
              </a:rPr>
              <a:t>  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El </a:t>
            </a:r>
            <a:r>
              <a:rPr kumimoji="0" lang="es-MX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padding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sirve para crear espacio interior dentro de la sección 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.botones 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D1A133D-4AC4-499D-A9F8-7A86D8295038}"/>
              </a:ext>
            </a:extLst>
          </p:cNvPr>
          <p:cNvCxnSpPr>
            <a:cxnSpLocks/>
          </p:cNvCxnSpPr>
          <p:nvPr/>
        </p:nvCxnSpPr>
        <p:spPr>
          <a:xfrm>
            <a:off x="2813686" y="2770078"/>
            <a:ext cx="3555547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8DDBA9FC-5EA3-4352-BF8D-8DBD2A5193E9}"/>
              </a:ext>
            </a:extLst>
          </p:cNvPr>
          <p:cNvSpPr txBox="1">
            <a:spLocks/>
          </p:cNvSpPr>
          <p:nvPr/>
        </p:nvSpPr>
        <p:spPr>
          <a:xfrm>
            <a:off x="6369233" y="2011281"/>
            <a:ext cx="5822767" cy="3908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Calibri Light" panose="020F0302020204030204"/>
              </a:rPr>
              <a:t>Sin</a:t>
            </a:r>
            <a:r>
              <a:rPr lang="es-MX" sz="2000" b="1" dirty="0">
                <a:latin typeface="Calibri Light" panose="020F0302020204030204"/>
              </a:rPr>
              <a:t> </a:t>
            </a:r>
            <a:r>
              <a:rPr lang="es-MX" sz="2000" b="1" dirty="0" err="1">
                <a:latin typeface="Calibri Light" panose="020F0302020204030204"/>
              </a:rPr>
              <a:t>border</a:t>
            </a:r>
            <a:r>
              <a:rPr lang="es-MX" sz="2000" b="1" dirty="0">
                <a:latin typeface="Calibri Light" panose="020F0302020204030204"/>
              </a:rPr>
              <a:t>-box </a:t>
            </a:r>
            <a:r>
              <a:rPr lang="es-MX" sz="2000" dirty="0">
                <a:latin typeface="Calibri Light" panose="020F0302020204030204"/>
              </a:rPr>
              <a:t>el ancho no incluye el </a:t>
            </a:r>
            <a:r>
              <a:rPr lang="es-MX" sz="2000" dirty="0" err="1">
                <a:latin typeface="Calibri Light" panose="020F0302020204030204"/>
              </a:rPr>
              <a:t>padding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3B655C5-3CAF-47D1-A546-8E780305C38A}"/>
              </a:ext>
            </a:extLst>
          </p:cNvPr>
          <p:cNvCxnSpPr>
            <a:cxnSpLocks/>
          </p:cNvCxnSpPr>
          <p:nvPr/>
        </p:nvCxnSpPr>
        <p:spPr>
          <a:xfrm>
            <a:off x="1714801" y="4703152"/>
            <a:ext cx="489454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ítulo 1">
            <a:extLst>
              <a:ext uri="{FF2B5EF4-FFF2-40B4-BE49-F238E27FC236}">
                <a16:creationId xmlns:a16="http://schemas.microsoft.com/office/drawing/2014/main" id="{4B16CF12-D2CB-4F43-A3FD-90CCD036587A}"/>
              </a:ext>
            </a:extLst>
          </p:cNvPr>
          <p:cNvSpPr txBox="1">
            <a:spLocks/>
          </p:cNvSpPr>
          <p:nvPr/>
        </p:nvSpPr>
        <p:spPr>
          <a:xfrm>
            <a:off x="6609347" y="4283242"/>
            <a:ext cx="5582653" cy="5899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Crea un elemento visual después del contenido de .botones que será la línea gris 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5587F8F-DEE9-40A7-8078-E408402D2AEE}"/>
              </a:ext>
            </a:extLst>
          </p:cNvPr>
          <p:cNvCxnSpPr>
            <a:cxnSpLocks/>
          </p:cNvCxnSpPr>
          <p:nvPr/>
        </p:nvCxnSpPr>
        <p:spPr>
          <a:xfrm>
            <a:off x="1714801" y="4983889"/>
            <a:ext cx="489454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ítulo 1">
            <a:extLst>
              <a:ext uri="{FF2B5EF4-FFF2-40B4-BE49-F238E27FC236}">
                <a16:creationId xmlns:a16="http://schemas.microsoft.com/office/drawing/2014/main" id="{A0FA262D-9D35-4396-8B5D-92C19D143C63}"/>
              </a:ext>
            </a:extLst>
          </p:cNvPr>
          <p:cNvSpPr txBox="1">
            <a:spLocks/>
          </p:cNvSpPr>
          <p:nvPr/>
        </p:nvSpPr>
        <p:spPr>
          <a:xfrm>
            <a:off x="6609346" y="4808504"/>
            <a:ext cx="5582653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Necesario para que el elemento exista 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1A3B37C-7EED-4BB6-9DA4-0CB793D5E9BB}"/>
              </a:ext>
            </a:extLst>
          </p:cNvPr>
          <p:cNvCxnSpPr>
            <a:cxnSpLocks/>
          </p:cNvCxnSpPr>
          <p:nvPr/>
        </p:nvCxnSpPr>
        <p:spPr>
          <a:xfrm>
            <a:off x="2018749" y="5205244"/>
            <a:ext cx="459059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1">
            <a:extLst>
              <a:ext uri="{FF2B5EF4-FFF2-40B4-BE49-F238E27FC236}">
                <a16:creationId xmlns:a16="http://schemas.microsoft.com/office/drawing/2014/main" id="{D1786AD8-60AC-49C3-B340-51A19AB9B04A}"/>
              </a:ext>
            </a:extLst>
          </p:cNvPr>
          <p:cNvSpPr txBox="1">
            <a:spLocks/>
          </p:cNvSpPr>
          <p:nvPr/>
        </p:nvSpPr>
        <p:spPr>
          <a:xfrm>
            <a:off x="6609347" y="5047964"/>
            <a:ext cx="5582653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Calibri Light" panose="020F0302020204030204"/>
              </a:rPr>
              <a:t>Facilita su control de ancho, altura y margen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27C00E7-AC5F-4603-BF1A-F5C7118CBCDC}"/>
              </a:ext>
            </a:extLst>
          </p:cNvPr>
          <p:cNvCxnSpPr>
            <a:cxnSpLocks/>
          </p:cNvCxnSpPr>
          <p:nvPr/>
        </p:nvCxnSpPr>
        <p:spPr>
          <a:xfrm>
            <a:off x="2620328" y="6191833"/>
            <a:ext cx="398901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ítulo 1">
            <a:extLst>
              <a:ext uri="{FF2B5EF4-FFF2-40B4-BE49-F238E27FC236}">
                <a16:creationId xmlns:a16="http://schemas.microsoft.com/office/drawing/2014/main" id="{C5F44F6E-A6CB-4C58-AE4F-9E3C526ECE7D}"/>
              </a:ext>
            </a:extLst>
          </p:cNvPr>
          <p:cNvSpPr txBox="1">
            <a:spLocks/>
          </p:cNvSpPr>
          <p:nvPr/>
        </p:nvSpPr>
        <p:spPr>
          <a:xfrm>
            <a:off x="6677782" y="6034553"/>
            <a:ext cx="2751221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Indica el color de la línea</a:t>
            </a: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FC1964B9-CF9C-4784-BCEC-0C3C3C8335DC}"/>
              </a:ext>
            </a:extLst>
          </p:cNvPr>
          <p:cNvSpPr txBox="1">
            <a:spLocks/>
          </p:cNvSpPr>
          <p:nvPr/>
        </p:nvSpPr>
        <p:spPr>
          <a:xfrm>
            <a:off x="3058154" y="6301403"/>
            <a:ext cx="7038345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24 </a:t>
            </a:r>
            <a:r>
              <a:rPr kumimoji="0" lang="es-MX" sz="20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px</a:t>
            </a: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arriba, auto a la derecha,  </a:t>
            </a: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solidFill>
                  <a:srgbClr val="12131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0 </a:t>
            </a:r>
            <a:r>
              <a:rPr kumimoji="0" lang="es-MX" sz="2000" i="0" u="none" strike="noStrike" kern="1200" cap="none" spc="0" normalizeH="0" baseline="0" noProof="0" dirty="0" err="1">
                <a:ln>
                  <a:noFill/>
                </a:ln>
                <a:solidFill>
                  <a:srgbClr val="12131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px</a:t>
            </a: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solidFill>
                  <a:srgbClr val="12131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abajo, auto a la izquierda</a:t>
            </a: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D511CD4C-BC01-4E97-AB0C-E3E2E4CC3DCC}"/>
              </a:ext>
            </a:extLst>
          </p:cNvPr>
          <p:cNvCxnSpPr>
            <a:cxnSpLocks/>
          </p:cNvCxnSpPr>
          <p:nvPr/>
        </p:nvCxnSpPr>
        <p:spPr>
          <a:xfrm>
            <a:off x="2918049" y="6430839"/>
            <a:ext cx="263301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129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684E694-E97E-45DB-9A19-EFD362B02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5353050" cy="6866145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F4D8F13D-08DF-4079-9ADD-C281C7215B61}"/>
              </a:ext>
            </a:extLst>
          </p:cNvPr>
          <p:cNvSpPr txBox="1">
            <a:spLocks/>
          </p:cNvSpPr>
          <p:nvPr/>
        </p:nvSpPr>
        <p:spPr>
          <a:xfrm>
            <a:off x="6096000" y="136478"/>
            <a:ext cx="6651009" cy="2699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Calibri Light" panose="020F0302020204030204"/>
              </a:rPr>
              <a:t>Hace que el contenedor ocupe el 72% del ancho disponible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F90896CE-CEBB-4D5F-AE5A-EA1695091D66}"/>
              </a:ext>
            </a:extLst>
          </p:cNvPr>
          <p:cNvGrpSpPr/>
          <p:nvPr/>
        </p:nvGrpSpPr>
        <p:grpSpPr>
          <a:xfrm>
            <a:off x="7524642" y="445000"/>
            <a:ext cx="3162741" cy="2086266"/>
            <a:chOff x="7015416" y="406472"/>
            <a:chExt cx="3162741" cy="208626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312D472F-3781-46B9-9FD2-18E297EDC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5416" y="406472"/>
              <a:ext cx="3162741" cy="2086266"/>
            </a:xfrm>
            <a:prstGeom prst="rect">
              <a:avLst/>
            </a:prstGeom>
          </p:spPr>
        </p:pic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1EEDF74B-E6A2-4241-BBA7-FFC3B365F8DF}"/>
                </a:ext>
              </a:extLst>
            </p:cNvPr>
            <p:cNvSpPr txBox="1">
              <a:spLocks/>
            </p:cNvSpPr>
            <p:nvPr/>
          </p:nvSpPr>
          <p:spPr>
            <a:xfrm>
              <a:off x="7815465" y="577074"/>
              <a:ext cx="1413595" cy="3145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2000" dirty="0">
                  <a:latin typeface="Calibri Light" panose="020F0302020204030204"/>
                </a:rPr>
                <a:t>Contenedor</a:t>
              </a:r>
              <a:endPara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endParaRPr>
            </a:p>
          </p:txBody>
        </p:sp>
        <p:sp>
          <p:nvSpPr>
            <p:cNvPr id="12" name="Título 1">
              <a:extLst>
                <a:ext uri="{FF2B5EF4-FFF2-40B4-BE49-F238E27FC236}">
                  <a16:creationId xmlns:a16="http://schemas.microsoft.com/office/drawing/2014/main" id="{BAE18F6D-050B-470B-BB5E-D895469F2C9D}"/>
                </a:ext>
              </a:extLst>
            </p:cNvPr>
            <p:cNvSpPr txBox="1">
              <a:spLocks/>
            </p:cNvSpPr>
            <p:nvPr/>
          </p:nvSpPr>
          <p:spPr>
            <a:xfrm>
              <a:off x="7815464" y="2026646"/>
              <a:ext cx="1413595" cy="3145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2000" dirty="0">
                  <a:latin typeface="Calibri Light" panose="020F0302020204030204"/>
                </a:rPr>
                <a:t>Contenedor</a:t>
              </a:r>
              <a:endPara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endParaRPr>
            </a:p>
          </p:txBody>
        </p:sp>
        <p:sp>
          <p:nvSpPr>
            <p:cNvPr id="13" name="Título 1">
              <a:extLst>
                <a:ext uri="{FF2B5EF4-FFF2-40B4-BE49-F238E27FC236}">
                  <a16:creationId xmlns:a16="http://schemas.microsoft.com/office/drawing/2014/main" id="{AF809E08-09C1-427A-97E5-BF7F761B257A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6708642" y="1292325"/>
              <a:ext cx="1413595" cy="3145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2000" dirty="0">
                  <a:latin typeface="Calibri Light" panose="020F0302020204030204"/>
                </a:rPr>
                <a:t>Contenedor</a:t>
              </a:r>
              <a:endPara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endParaRPr>
            </a:p>
          </p:txBody>
        </p:sp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87542571-DFA8-4D70-8687-9EA1D1B199A3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9061139" y="1225984"/>
              <a:ext cx="1413595" cy="3145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2000" dirty="0">
                  <a:latin typeface="Calibri Light" panose="020F0302020204030204"/>
                </a:rPr>
                <a:t>Contenedor</a:t>
              </a:r>
              <a:endPara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endParaRPr>
            </a:p>
          </p:txBody>
        </p:sp>
      </p:grp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3E762AF-ED3A-41CA-A066-E8FADFD9E64E}"/>
              </a:ext>
            </a:extLst>
          </p:cNvPr>
          <p:cNvCxnSpPr>
            <a:cxnSpLocks/>
          </p:cNvCxnSpPr>
          <p:nvPr/>
        </p:nvCxnSpPr>
        <p:spPr>
          <a:xfrm>
            <a:off x="1597847" y="891633"/>
            <a:ext cx="20237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3F516B1C-7FB3-42E9-969F-F90C8C70D354}"/>
              </a:ext>
            </a:extLst>
          </p:cNvPr>
          <p:cNvSpPr txBox="1">
            <a:spLocks/>
          </p:cNvSpPr>
          <p:nvPr/>
        </p:nvSpPr>
        <p:spPr>
          <a:xfrm>
            <a:off x="1800225" y="577074"/>
            <a:ext cx="2428875" cy="4495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Sirve para organizar elementos en filas y columnas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AE33018-1409-47E3-81C1-0CB0AE816279}"/>
              </a:ext>
            </a:extLst>
          </p:cNvPr>
          <p:cNvCxnSpPr>
            <a:cxnSpLocks/>
          </p:cNvCxnSpPr>
          <p:nvPr/>
        </p:nvCxnSpPr>
        <p:spPr>
          <a:xfrm>
            <a:off x="3550472" y="1070538"/>
            <a:ext cx="20237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1421BD65-2CD6-414D-ACBC-665C0C3F2321}"/>
              </a:ext>
            </a:extLst>
          </p:cNvPr>
          <p:cNvSpPr txBox="1">
            <a:spLocks/>
          </p:cNvSpPr>
          <p:nvPr/>
        </p:nvSpPr>
        <p:spPr>
          <a:xfrm>
            <a:off x="3771791" y="1038577"/>
            <a:ext cx="2411695" cy="4495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Crea 2 columnas con (2,) y (1fr) reparte el espacio disponible ente ellas  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AF892B1-6240-4DB6-B19D-542E37AA3967}"/>
              </a:ext>
            </a:extLst>
          </p:cNvPr>
          <p:cNvSpPr/>
          <p:nvPr/>
        </p:nvSpPr>
        <p:spPr>
          <a:xfrm>
            <a:off x="5353050" y="-1"/>
            <a:ext cx="830437" cy="6858001"/>
          </a:xfrm>
          <a:prstGeom prst="rect">
            <a:avLst/>
          </a:prstGeom>
          <a:solidFill>
            <a:srgbClr val="121314"/>
          </a:solidFill>
          <a:ln>
            <a:solidFill>
              <a:srgbClr val="1213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9C33F7C-9F20-49A4-8D93-E33EC3B69656}"/>
              </a:ext>
            </a:extLst>
          </p:cNvPr>
          <p:cNvCxnSpPr>
            <a:cxnSpLocks/>
          </p:cNvCxnSpPr>
          <p:nvPr/>
        </p:nvCxnSpPr>
        <p:spPr>
          <a:xfrm>
            <a:off x="906770" y="1421791"/>
            <a:ext cx="0" cy="22499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BE404CFB-2E98-425E-82D8-0A5A4551556E}"/>
              </a:ext>
            </a:extLst>
          </p:cNvPr>
          <p:cNvSpPr txBox="1">
            <a:spLocks/>
          </p:cNvSpPr>
          <p:nvPr/>
        </p:nvSpPr>
        <p:spPr>
          <a:xfrm>
            <a:off x="264830" y="1615618"/>
            <a:ext cx="2411695" cy="4495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Establece el espacio entre los botones. 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1828733B-B805-4260-B0F7-B97AE85E0A83}"/>
              </a:ext>
            </a:extLst>
          </p:cNvPr>
          <p:cNvSpPr txBox="1">
            <a:spLocks/>
          </p:cNvSpPr>
          <p:nvPr/>
        </p:nvSpPr>
        <p:spPr>
          <a:xfrm>
            <a:off x="3356573" y="1532041"/>
            <a:ext cx="2411695" cy="4495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04349073-918B-4309-A1B7-B67C573609F3}"/>
              </a:ext>
            </a:extLst>
          </p:cNvPr>
          <p:cNvSpPr txBox="1">
            <a:spLocks/>
          </p:cNvSpPr>
          <p:nvPr/>
        </p:nvSpPr>
        <p:spPr>
          <a:xfrm>
            <a:off x="2928846" y="1552491"/>
            <a:ext cx="3330974" cy="4495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1.625rem → separación vertical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1.875rem → separación horizontal</a:t>
            </a:r>
            <a:endParaRPr kumimoji="0" lang="es-MX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C5FDADC-67F5-4D0F-8567-021D7C17496D}"/>
              </a:ext>
            </a:extLst>
          </p:cNvPr>
          <p:cNvCxnSpPr>
            <a:cxnSpLocks/>
          </p:cNvCxnSpPr>
          <p:nvPr/>
        </p:nvCxnSpPr>
        <p:spPr>
          <a:xfrm>
            <a:off x="1691817" y="27237"/>
            <a:ext cx="4491669" cy="15686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EC840C57-A542-4271-A115-651E6C6D48F8}"/>
              </a:ext>
            </a:extLst>
          </p:cNvPr>
          <p:cNvCxnSpPr>
            <a:cxnSpLocks/>
          </p:cNvCxnSpPr>
          <p:nvPr/>
        </p:nvCxnSpPr>
        <p:spPr>
          <a:xfrm flipV="1">
            <a:off x="2346338" y="3428999"/>
            <a:ext cx="4027166" cy="1788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ítulo 1">
            <a:extLst>
              <a:ext uri="{FF2B5EF4-FFF2-40B4-BE49-F238E27FC236}">
                <a16:creationId xmlns:a16="http://schemas.microsoft.com/office/drawing/2014/main" id="{4DB82772-51A4-49C9-9EC2-228EF9B58410}"/>
              </a:ext>
            </a:extLst>
          </p:cNvPr>
          <p:cNvSpPr txBox="1">
            <a:spLocks/>
          </p:cNvSpPr>
          <p:nvPr/>
        </p:nvSpPr>
        <p:spPr>
          <a:xfrm>
            <a:off x="6337816" y="3265389"/>
            <a:ext cx="4763069" cy="2699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Quita el subrayado típico de los enlaces &lt;a&gt; 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127F044-C617-410D-9237-F69A801F9E10}"/>
              </a:ext>
            </a:extLst>
          </p:cNvPr>
          <p:cNvCxnSpPr>
            <a:cxnSpLocks/>
          </p:cNvCxnSpPr>
          <p:nvPr/>
        </p:nvCxnSpPr>
        <p:spPr>
          <a:xfrm flipV="1">
            <a:off x="2676525" y="3675000"/>
            <a:ext cx="3696979" cy="1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ítulo 1">
            <a:extLst>
              <a:ext uri="{FF2B5EF4-FFF2-40B4-BE49-F238E27FC236}">
                <a16:creationId xmlns:a16="http://schemas.microsoft.com/office/drawing/2014/main" id="{E6944F54-C9C2-492F-9191-29FC9633A7FE}"/>
              </a:ext>
            </a:extLst>
          </p:cNvPr>
          <p:cNvSpPr txBox="1">
            <a:spLocks/>
          </p:cNvSpPr>
          <p:nvPr/>
        </p:nvSpPr>
        <p:spPr>
          <a:xfrm>
            <a:off x="6366617" y="3576678"/>
            <a:ext cx="4763069" cy="2699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Hace que el texto</a:t>
            </a:r>
            <a:r>
              <a:rPr lang="es-MX" sz="2000" dirty="0">
                <a:latin typeface="Calibri Light" panose="020F0302020204030204"/>
              </a:rPr>
              <a:t> aparezca en mayúscula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AD6BBD75-58D2-468F-B75D-14908E995C87}"/>
              </a:ext>
            </a:extLst>
          </p:cNvPr>
          <p:cNvCxnSpPr>
            <a:cxnSpLocks/>
          </p:cNvCxnSpPr>
          <p:nvPr/>
        </p:nvCxnSpPr>
        <p:spPr>
          <a:xfrm>
            <a:off x="3164416" y="5499903"/>
            <a:ext cx="3173400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ítulo 1">
            <a:extLst>
              <a:ext uri="{FF2B5EF4-FFF2-40B4-BE49-F238E27FC236}">
                <a16:creationId xmlns:a16="http://schemas.microsoft.com/office/drawing/2014/main" id="{180564F2-E809-4705-A8CA-83479997A667}"/>
              </a:ext>
            </a:extLst>
          </p:cNvPr>
          <p:cNvSpPr txBox="1">
            <a:spLocks/>
          </p:cNvSpPr>
          <p:nvPr/>
        </p:nvSpPr>
        <p:spPr>
          <a:xfrm>
            <a:off x="6259820" y="5414942"/>
            <a:ext cx="6108942" cy="2699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Hace que el cambio de fondo al pasar el cursor sea suave 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219D7382-3ABA-4311-B3DD-87F2DBB50368}"/>
              </a:ext>
            </a:extLst>
          </p:cNvPr>
          <p:cNvCxnSpPr>
            <a:cxnSpLocks/>
          </p:cNvCxnSpPr>
          <p:nvPr/>
        </p:nvCxnSpPr>
        <p:spPr>
          <a:xfrm>
            <a:off x="2088166" y="5897963"/>
            <a:ext cx="1076250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ítulo 1">
            <a:extLst>
              <a:ext uri="{FF2B5EF4-FFF2-40B4-BE49-F238E27FC236}">
                <a16:creationId xmlns:a16="http://schemas.microsoft.com/office/drawing/2014/main" id="{32091E2F-3430-4106-A142-BE17D7075D0E}"/>
              </a:ext>
            </a:extLst>
          </p:cNvPr>
          <p:cNvSpPr txBox="1">
            <a:spLocks/>
          </p:cNvSpPr>
          <p:nvPr/>
        </p:nvSpPr>
        <p:spPr>
          <a:xfrm>
            <a:off x="3128322" y="5741825"/>
            <a:ext cx="2888408" cy="3735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Intenta mantener el texto en una sola línea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F9E3B1A3-F371-4599-83BD-4DCE6E2DC127}"/>
              </a:ext>
            </a:extLst>
          </p:cNvPr>
          <p:cNvCxnSpPr>
            <a:cxnSpLocks/>
          </p:cNvCxnSpPr>
          <p:nvPr/>
        </p:nvCxnSpPr>
        <p:spPr>
          <a:xfrm>
            <a:off x="1924334" y="6070598"/>
            <a:ext cx="4442283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ítulo 1">
            <a:extLst>
              <a:ext uri="{FF2B5EF4-FFF2-40B4-BE49-F238E27FC236}">
                <a16:creationId xmlns:a16="http://schemas.microsoft.com/office/drawing/2014/main" id="{76F5A627-1433-4576-BB6A-551FBEBD0AAD}"/>
              </a:ext>
            </a:extLst>
          </p:cNvPr>
          <p:cNvSpPr txBox="1">
            <a:spLocks/>
          </p:cNvSpPr>
          <p:nvPr/>
        </p:nvSpPr>
        <p:spPr>
          <a:xfrm>
            <a:off x="6337816" y="6115342"/>
            <a:ext cx="5854184" cy="2789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Si el texto es demasiado grande para el botón, oculta lo que sobresale </a:t>
            </a:r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150F3712-CD50-42C4-8A87-F0AB6CCBBBAC}"/>
              </a:ext>
            </a:extLst>
          </p:cNvPr>
          <p:cNvCxnSpPr>
            <a:cxnSpLocks/>
          </p:cNvCxnSpPr>
          <p:nvPr/>
        </p:nvCxnSpPr>
        <p:spPr>
          <a:xfrm>
            <a:off x="2521903" y="6360877"/>
            <a:ext cx="3851601" cy="26852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ítulo 1">
            <a:extLst>
              <a:ext uri="{FF2B5EF4-FFF2-40B4-BE49-F238E27FC236}">
                <a16:creationId xmlns:a16="http://schemas.microsoft.com/office/drawing/2014/main" id="{B22B91CC-D46C-4009-9451-E759E6B3D2FB}"/>
              </a:ext>
            </a:extLst>
          </p:cNvPr>
          <p:cNvSpPr txBox="1">
            <a:spLocks/>
          </p:cNvSpPr>
          <p:nvPr/>
        </p:nvSpPr>
        <p:spPr>
          <a:xfrm>
            <a:off x="6477000" y="6538754"/>
            <a:ext cx="6108942" cy="2699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Permite mostrar … cuanto el texto no cabe</a:t>
            </a:r>
          </a:p>
        </p:txBody>
      </p:sp>
    </p:spTree>
    <p:extLst>
      <p:ext uri="{BB962C8B-B14F-4D97-AF65-F5344CB8AC3E}">
        <p14:creationId xmlns:p14="http://schemas.microsoft.com/office/powerpoint/2010/main" val="3791000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F18B257-C1F5-42B6-9D47-0E25A268B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6462" y="356937"/>
            <a:ext cx="7957590" cy="614412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4B21C49-BAA5-4897-A8EF-8AB8EDC0570C}"/>
              </a:ext>
            </a:extLst>
          </p:cNvPr>
          <p:cNvSpPr txBox="1">
            <a:spLocks/>
          </p:cNvSpPr>
          <p:nvPr/>
        </p:nvSpPr>
        <p:spPr>
          <a:xfrm>
            <a:off x="7620000" y="2582779"/>
            <a:ext cx="4844716" cy="1172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8000" b="1" dirty="0">
                <a:solidFill>
                  <a:srgbClr val="6B52E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carrusel de imágenes </a:t>
            </a:r>
          </a:p>
        </p:txBody>
      </p:sp>
    </p:spTree>
    <p:extLst>
      <p:ext uri="{BB962C8B-B14F-4D97-AF65-F5344CB8AC3E}">
        <p14:creationId xmlns:p14="http://schemas.microsoft.com/office/powerpoint/2010/main" val="6951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0E42B38-DC84-4061-9284-D8F63E71E3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75" t="4353" b="4846"/>
          <a:stretch/>
        </p:blipFill>
        <p:spPr>
          <a:xfrm>
            <a:off x="0" y="0"/>
            <a:ext cx="5704764" cy="6854676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E78F4E7-AC01-4A09-ABAA-17A738A9330C}"/>
              </a:ext>
            </a:extLst>
          </p:cNvPr>
          <p:cNvCxnSpPr>
            <a:cxnSpLocks/>
          </p:cNvCxnSpPr>
          <p:nvPr/>
        </p:nvCxnSpPr>
        <p:spPr>
          <a:xfrm>
            <a:off x="2469999" y="113211"/>
            <a:ext cx="3451830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ítulo 1">
            <a:extLst>
              <a:ext uri="{FF2B5EF4-FFF2-40B4-BE49-F238E27FC236}">
                <a16:creationId xmlns:a16="http://schemas.microsoft.com/office/drawing/2014/main" id="{75B0A69B-A98D-4CD4-898D-4D3DE38C9DBA}"/>
              </a:ext>
            </a:extLst>
          </p:cNvPr>
          <p:cNvSpPr txBox="1">
            <a:spLocks/>
          </p:cNvSpPr>
          <p:nvPr/>
        </p:nvSpPr>
        <p:spPr>
          <a:xfrm>
            <a:off x="5921829" y="420188"/>
            <a:ext cx="4763069" cy="2699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Calibri Light" panose="020F0302020204030204"/>
              </a:rPr>
              <a:t>2</a:t>
            </a: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 Clase a editar los botones e imágenes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0B99A90-E843-4635-8A39-F0736324B7B2}"/>
              </a:ext>
            </a:extLst>
          </p:cNvPr>
          <p:cNvCxnSpPr>
            <a:cxnSpLocks/>
          </p:cNvCxnSpPr>
          <p:nvPr/>
        </p:nvCxnSpPr>
        <p:spPr>
          <a:xfrm>
            <a:off x="2021507" y="500742"/>
            <a:ext cx="390032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73F147F6-0B2D-4A41-9EAB-0A3F93B11A56}"/>
              </a:ext>
            </a:extLst>
          </p:cNvPr>
          <p:cNvSpPr txBox="1">
            <a:spLocks/>
          </p:cNvSpPr>
          <p:nvPr/>
        </p:nvSpPr>
        <p:spPr>
          <a:xfrm>
            <a:off x="5921829" y="36983"/>
            <a:ext cx="4763069" cy="2699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Calibri Light" panose="020F0302020204030204"/>
              </a:rPr>
              <a:t>1</a:t>
            </a: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 Clase para editar el formato del carrusel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7443D7B-9643-4204-9829-626A6FB12451}"/>
              </a:ext>
            </a:extLst>
          </p:cNvPr>
          <p:cNvCxnSpPr>
            <a:cxnSpLocks/>
          </p:cNvCxnSpPr>
          <p:nvPr/>
        </p:nvCxnSpPr>
        <p:spPr>
          <a:xfrm>
            <a:off x="4621665" y="870856"/>
            <a:ext cx="1083099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ADF23F4D-C248-4A76-8834-FB38A4C1D8BA}"/>
              </a:ext>
            </a:extLst>
          </p:cNvPr>
          <p:cNvSpPr txBox="1">
            <a:spLocks/>
          </p:cNvSpPr>
          <p:nvPr/>
        </p:nvSpPr>
        <p:spPr>
          <a:xfrm>
            <a:off x="5704764" y="613954"/>
            <a:ext cx="6487236" cy="657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3.Class</a:t>
            </a:r>
            <a:r>
              <a:rPr lang="es-MX" sz="2000" dirty="0">
                <a:latin typeface="Calibri Light" panose="020F0302020204030204"/>
              </a:rPr>
              <a:t>=“anterior” modifica el botón que retrocede las imágenes 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ED6AE20-232A-4F97-A222-CE1FAAC3107C}"/>
              </a:ext>
            </a:extLst>
          </p:cNvPr>
          <p:cNvCxnSpPr>
            <a:cxnSpLocks/>
          </p:cNvCxnSpPr>
          <p:nvPr/>
        </p:nvCxnSpPr>
        <p:spPr>
          <a:xfrm>
            <a:off x="1532209" y="1019416"/>
            <a:ext cx="48929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ítulo 1">
            <a:extLst>
              <a:ext uri="{FF2B5EF4-FFF2-40B4-BE49-F238E27FC236}">
                <a16:creationId xmlns:a16="http://schemas.microsoft.com/office/drawing/2014/main" id="{06FD61E7-07EA-443F-A987-792A6711FAA3}"/>
              </a:ext>
            </a:extLst>
          </p:cNvPr>
          <p:cNvSpPr txBox="1">
            <a:spLocks/>
          </p:cNvSpPr>
          <p:nvPr/>
        </p:nvSpPr>
        <p:spPr>
          <a:xfrm>
            <a:off x="2024794" y="988938"/>
            <a:ext cx="4763069" cy="2699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4. Código para dibujar una flecha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5718FD1-2998-41A2-9895-940E1517265F}"/>
              </a:ext>
            </a:extLst>
          </p:cNvPr>
          <p:cNvCxnSpPr>
            <a:cxnSpLocks/>
          </p:cNvCxnSpPr>
          <p:nvPr/>
        </p:nvCxnSpPr>
        <p:spPr>
          <a:xfrm>
            <a:off x="2735487" y="1513010"/>
            <a:ext cx="318634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ítulo 1">
            <a:extLst>
              <a:ext uri="{FF2B5EF4-FFF2-40B4-BE49-F238E27FC236}">
                <a16:creationId xmlns:a16="http://schemas.microsoft.com/office/drawing/2014/main" id="{25EAE189-D467-4D9B-AF6B-FA60F2E688AF}"/>
              </a:ext>
            </a:extLst>
          </p:cNvPr>
          <p:cNvSpPr txBox="1">
            <a:spLocks/>
          </p:cNvSpPr>
          <p:nvPr/>
        </p:nvSpPr>
        <p:spPr>
          <a:xfrm>
            <a:off x="5921829" y="1055927"/>
            <a:ext cx="6487236" cy="657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5. Recopila todas las imágenes 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A015541-4850-45B5-B80A-07D20225B1DE}"/>
              </a:ext>
            </a:extLst>
          </p:cNvPr>
          <p:cNvCxnSpPr>
            <a:cxnSpLocks/>
          </p:cNvCxnSpPr>
          <p:nvPr/>
        </p:nvCxnSpPr>
        <p:spPr>
          <a:xfrm>
            <a:off x="2913284" y="1870127"/>
            <a:ext cx="300854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ítulo 1">
            <a:extLst>
              <a:ext uri="{FF2B5EF4-FFF2-40B4-BE49-F238E27FC236}">
                <a16:creationId xmlns:a16="http://schemas.microsoft.com/office/drawing/2014/main" id="{0E470B19-1AFD-48CE-B610-1A927BCD3254}"/>
              </a:ext>
            </a:extLst>
          </p:cNvPr>
          <p:cNvSpPr txBox="1">
            <a:spLocks/>
          </p:cNvSpPr>
          <p:nvPr/>
        </p:nvSpPr>
        <p:spPr>
          <a:xfrm>
            <a:off x="5921829" y="1747127"/>
            <a:ext cx="6487236" cy="3413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6. </a:t>
            </a:r>
            <a:r>
              <a:rPr kumimoji="0" lang="es-MX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Slide</a:t>
            </a: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activo significa que es la primer imagen a mostrar</a:t>
            </a: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685E1E9D-1748-489C-BC9A-61E8704D05F5}"/>
              </a:ext>
            </a:extLst>
          </p:cNvPr>
          <p:cNvSpPr txBox="1">
            <a:spLocks/>
          </p:cNvSpPr>
          <p:nvPr/>
        </p:nvSpPr>
        <p:spPr>
          <a:xfrm>
            <a:off x="5814922" y="2445552"/>
            <a:ext cx="6487236" cy="3413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Calibri Light" panose="020F0302020204030204"/>
              </a:rPr>
              <a:t>7</a:t>
            </a: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 </a:t>
            </a:r>
            <a:r>
              <a:rPr kumimoji="0" lang="es-MX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Slide</a:t>
            </a:r>
            <a:r>
              <a:rPr lang="es-MX" sz="2000" b="1" dirty="0">
                <a:latin typeface="Calibri Light" panose="020F0302020204030204"/>
              </a:rPr>
              <a:t> </a:t>
            </a:r>
            <a:r>
              <a:rPr lang="es-MX" sz="2000" dirty="0">
                <a:latin typeface="Calibri Light" panose="020F0302020204030204"/>
              </a:rPr>
              <a:t>es el resto de imágenes 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FC35A08-A5A7-4EDF-9784-5C7E59080B07}"/>
              </a:ext>
            </a:extLst>
          </p:cNvPr>
          <p:cNvCxnSpPr>
            <a:cxnSpLocks/>
          </p:cNvCxnSpPr>
          <p:nvPr/>
        </p:nvCxnSpPr>
        <p:spPr>
          <a:xfrm>
            <a:off x="4838730" y="4366958"/>
            <a:ext cx="1083099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ítulo 1">
            <a:extLst>
              <a:ext uri="{FF2B5EF4-FFF2-40B4-BE49-F238E27FC236}">
                <a16:creationId xmlns:a16="http://schemas.microsoft.com/office/drawing/2014/main" id="{C5F65493-63D0-4ACB-BF89-6589806C2EC2}"/>
              </a:ext>
            </a:extLst>
          </p:cNvPr>
          <p:cNvSpPr txBox="1">
            <a:spLocks/>
          </p:cNvSpPr>
          <p:nvPr/>
        </p:nvSpPr>
        <p:spPr>
          <a:xfrm>
            <a:off x="5921829" y="4112040"/>
            <a:ext cx="6270171" cy="657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8.Class</a:t>
            </a:r>
            <a:r>
              <a:rPr lang="es-MX" sz="2000" dirty="0">
                <a:latin typeface="Calibri Light" panose="020F0302020204030204"/>
              </a:rPr>
              <a:t>=“siguiente” modifica el botón que retrocede las imágenes 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0" name="Cerrar llave 29">
            <a:extLst>
              <a:ext uri="{FF2B5EF4-FFF2-40B4-BE49-F238E27FC236}">
                <a16:creationId xmlns:a16="http://schemas.microsoft.com/office/drawing/2014/main" id="{96D5CD3C-9E38-4FA3-AE13-94FED55B394A}"/>
              </a:ext>
            </a:extLst>
          </p:cNvPr>
          <p:cNvSpPr/>
          <p:nvPr/>
        </p:nvSpPr>
        <p:spPr>
          <a:xfrm>
            <a:off x="3143444" y="4769565"/>
            <a:ext cx="828224" cy="1255593"/>
          </a:xfrm>
          <a:prstGeom prst="rightBrac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6278474A-A9E5-43B3-A9EF-1A9498E51965}"/>
              </a:ext>
            </a:extLst>
          </p:cNvPr>
          <p:cNvSpPr txBox="1">
            <a:spLocks/>
          </p:cNvSpPr>
          <p:nvPr/>
        </p:nvSpPr>
        <p:spPr>
          <a:xfrm>
            <a:off x="5720286" y="5067201"/>
            <a:ext cx="6456191" cy="657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9. Contenedor que agrupa los puntos que indican en que imagen estás  </a:t>
            </a:r>
          </a:p>
        </p:txBody>
      </p:sp>
    </p:spTree>
    <p:extLst>
      <p:ext uri="{BB962C8B-B14F-4D97-AF65-F5344CB8AC3E}">
        <p14:creationId xmlns:p14="http://schemas.microsoft.com/office/powerpoint/2010/main" val="45249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382A58B-6B3F-4DDC-A7EC-BC8FD65D4FE9}"/>
              </a:ext>
            </a:extLst>
          </p:cNvPr>
          <p:cNvSpPr txBox="1">
            <a:spLocks/>
          </p:cNvSpPr>
          <p:nvPr/>
        </p:nvSpPr>
        <p:spPr>
          <a:xfrm>
            <a:off x="3192378" y="17186"/>
            <a:ext cx="8883318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Hace que .carrusel-contenedor pueda servir como referencia para elementos posicionados con position: absolute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C6E8F72-5F4B-4021-9EB4-DD2D1B53351A}"/>
              </a:ext>
            </a:extLst>
          </p:cNvPr>
          <p:cNvSpPr txBox="1">
            <a:spLocks/>
          </p:cNvSpPr>
          <p:nvPr/>
        </p:nvSpPr>
        <p:spPr>
          <a:xfrm>
            <a:off x="5614735" y="1066800"/>
            <a:ext cx="6577263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3AC550A-850E-4AB6-90E8-CCAF297EEB66}"/>
              </a:ext>
            </a:extLst>
          </p:cNvPr>
          <p:cNvSpPr txBox="1">
            <a:spLocks/>
          </p:cNvSpPr>
          <p:nvPr/>
        </p:nvSpPr>
        <p:spPr>
          <a:xfrm>
            <a:off x="9753600" y="1676400"/>
            <a:ext cx="569494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858B666-D614-46E9-B801-15E7D6BA23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038"/>
          <a:stretch/>
        </p:blipFill>
        <p:spPr>
          <a:xfrm>
            <a:off x="-1" y="0"/>
            <a:ext cx="3192379" cy="6840814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6968FBB-3792-4F4A-BB30-AEF9C5DC562D}"/>
              </a:ext>
            </a:extLst>
          </p:cNvPr>
          <p:cNvSpPr txBox="1">
            <a:spLocks/>
          </p:cNvSpPr>
          <p:nvPr/>
        </p:nvSpPr>
        <p:spPr>
          <a:xfrm>
            <a:off x="3192378" y="2895600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Calibri Light" panose="020F0302020204030204"/>
              </a:rPr>
              <a:t>2. Sirve para que se apliquen las mismas propiedades en ambos botones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E3D03CC-88C5-4738-8F31-DFE029E39CD9}"/>
              </a:ext>
            </a:extLst>
          </p:cNvPr>
          <p:cNvSpPr txBox="1">
            <a:spLocks/>
          </p:cNvSpPr>
          <p:nvPr/>
        </p:nvSpPr>
        <p:spPr>
          <a:xfrm>
            <a:off x="3192378" y="3962400"/>
            <a:ext cx="8883318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Permite colocar las flechas en una posición específica dentro del carrusel usando a .carrusel como referencia  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F999021-028D-44CA-BBDD-0E0FD17668C6}"/>
              </a:ext>
            </a:extLst>
          </p:cNvPr>
          <p:cNvCxnSpPr>
            <a:cxnSpLocks/>
          </p:cNvCxnSpPr>
          <p:nvPr/>
        </p:nvCxnSpPr>
        <p:spPr>
          <a:xfrm>
            <a:off x="2053389" y="4282098"/>
            <a:ext cx="1026695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A7342E1D-E0E3-44A4-BA49-C1801C34F71A}"/>
              </a:ext>
            </a:extLst>
          </p:cNvPr>
          <p:cNvSpPr/>
          <p:nvPr/>
        </p:nvSpPr>
        <p:spPr>
          <a:xfrm>
            <a:off x="3136230" y="4419600"/>
            <a:ext cx="168441" cy="304800"/>
          </a:xfrm>
          <a:prstGeom prst="righ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E690A3B-1D24-4B04-8F0B-09419C859576}"/>
              </a:ext>
            </a:extLst>
          </p:cNvPr>
          <p:cNvSpPr txBox="1">
            <a:spLocks/>
          </p:cNvSpPr>
          <p:nvPr/>
        </p:nvSpPr>
        <p:spPr>
          <a:xfrm>
            <a:off x="3501188" y="4267200"/>
            <a:ext cx="8883318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Centran los botones de flecha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0439ACE-8DBE-4794-BA3A-79DE7240642E}"/>
              </a:ext>
            </a:extLst>
          </p:cNvPr>
          <p:cNvCxnSpPr>
            <a:cxnSpLocks/>
          </p:cNvCxnSpPr>
          <p:nvPr/>
        </p:nvCxnSpPr>
        <p:spPr>
          <a:xfrm>
            <a:off x="3136230" y="4879667"/>
            <a:ext cx="36495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ítulo 1">
            <a:extLst>
              <a:ext uri="{FF2B5EF4-FFF2-40B4-BE49-F238E27FC236}">
                <a16:creationId xmlns:a16="http://schemas.microsoft.com/office/drawing/2014/main" id="{82791F8F-0E94-4DD0-B12F-C4956E270F84}"/>
              </a:ext>
            </a:extLst>
          </p:cNvPr>
          <p:cNvSpPr txBox="1">
            <a:spLocks/>
          </p:cNvSpPr>
          <p:nvPr/>
        </p:nvSpPr>
        <p:spPr>
          <a:xfrm>
            <a:off x="3501188" y="4724400"/>
            <a:ext cx="8883318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Fondo del botón de flecha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E2066CC7-CCB6-4E2D-846C-5304DC563F4B}"/>
              </a:ext>
            </a:extLst>
          </p:cNvPr>
          <p:cNvSpPr txBox="1">
            <a:spLocks/>
          </p:cNvSpPr>
          <p:nvPr/>
        </p:nvSpPr>
        <p:spPr>
          <a:xfrm>
            <a:off x="3501188" y="3712603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 y 8 de diapositiva anterior</a:t>
            </a:r>
          </a:p>
        </p:txBody>
      </p:sp>
    </p:spTree>
    <p:extLst>
      <p:ext uri="{BB962C8B-B14F-4D97-AF65-F5344CB8AC3E}">
        <p14:creationId xmlns:p14="http://schemas.microsoft.com/office/powerpoint/2010/main" val="343329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65A326E-C771-45D4-88C3-F144E2BDE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16968" cy="6847078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69B450C-C4E5-4F57-9183-DB2BCCA8DDE8}"/>
              </a:ext>
            </a:extLst>
          </p:cNvPr>
          <p:cNvCxnSpPr>
            <a:cxnSpLocks/>
          </p:cNvCxnSpPr>
          <p:nvPr/>
        </p:nvCxnSpPr>
        <p:spPr>
          <a:xfrm>
            <a:off x="1860884" y="311677"/>
            <a:ext cx="1772653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ítulo 1">
            <a:extLst>
              <a:ext uri="{FF2B5EF4-FFF2-40B4-BE49-F238E27FC236}">
                <a16:creationId xmlns:a16="http://schemas.microsoft.com/office/drawing/2014/main" id="{DA79171A-DDEB-4225-BF54-78283FE71075}"/>
              </a:ext>
            </a:extLst>
          </p:cNvPr>
          <p:cNvSpPr txBox="1">
            <a:spLocks/>
          </p:cNvSpPr>
          <p:nvPr/>
        </p:nvSpPr>
        <p:spPr>
          <a:xfrm>
            <a:off x="3769894" y="159277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La flecha queda a 20 píxeles del borde izquierdo del carrusel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6B79BCC-0C9C-4FCC-A43E-A872869CE700}"/>
              </a:ext>
            </a:extLst>
          </p:cNvPr>
          <p:cNvCxnSpPr>
            <a:cxnSpLocks/>
          </p:cNvCxnSpPr>
          <p:nvPr/>
        </p:nvCxnSpPr>
        <p:spPr>
          <a:xfrm>
            <a:off x="2181726" y="2389130"/>
            <a:ext cx="158816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82A15B76-526C-43D7-B25C-029DC0E5A9E3}"/>
              </a:ext>
            </a:extLst>
          </p:cNvPr>
          <p:cNvSpPr txBox="1">
            <a:spLocks/>
          </p:cNvSpPr>
          <p:nvPr/>
        </p:nvSpPr>
        <p:spPr>
          <a:xfrm>
            <a:off x="3769894" y="2236730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Hace que todas la</a:t>
            </a:r>
            <a:r>
              <a:rPr lang="es-MX" sz="2000" dirty="0">
                <a:latin typeface="Calibri Light" panose="020F0302020204030204"/>
              </a:rPr>
              <a:t>s diapositivas se coloquen una encima de otra.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C19B067-6587-4F64-822C-83D988473BD4}"/>
              </a:ext>
            </a:extLst>
          </p:cNvPr>
          <p:cNvCxnSpPr>
            <a:cxnSpLocks/>
          </p:cNvCxnSpPr>
          <p:nvPr/>
        </p:nvCxnSpPr>
        <p:spPr>
          <a:xfrm>
            <a:off x="1295399" y="2625751"/>
            <a:ext cx="2474495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75516262-A03D-4A6B-9848-A1D92933137F}"/>
              </a:ext>
            </a:extLst>
          </p:cNvPr>
          <p:cNvSpPr txBox="1">
            <a:spLocks/>
          </p:cNvSpPr>
          <p:nvPr/>
        </p:nvSpPr>
        <p:spPr>
          <a:xfrm>
            <a:off x="3769894" y="2541530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Pega esta </a:t>
            </a:r>
            <a:r>
              <a:rPr kumimoji="0" lang="es-MX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dia</a:t>
            </a:r>
            <a:r>
              <a:rPr lang="es-MX" sz="2000" dirty="0">
                <a:latin typeface="Calibri Light" panose="020F0302020204030204"/>
              </a:rPr>
              <a:t>positiva a los cuatro bordes del contenedor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18A2B8B-5F05-43B8-AA4B-9CF143B64F1D}"/>
              </a:ext>
            </a:extLst>
          </p:cNvPr>
          <p:cNvCxnSpPr>
            <a:cxnSpLocks/>
          </p:cNvCxnSpPr>
          <p:nvPr/>
        </p:nvCxnSpPr>
        <p:spPr>
          <a:xfrm>
            <a:off x="1708484" y="3187225"/>
            <a:ext cx="1925053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0AB7E75A-C49D-4631-8CEA-EAAFE8489EA6}"/>
              </a:ext>
            </a:extLst>
          </p:cNvPr>
          <p:cNvSpPr txBox="1">
            <a:spLocks/>
          </p:cNvSpPr>
          <p:nvPr/>
        </p:nvSpPr>
        <p:spPr>
          <a:xfrm>
            <a:off x="3633537" y="3073784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Evita que las tres imágenes aparezcan al mismo tiempo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BA1CAF6-6E98-4442-99AD-1186C6AFD5AB}"/>
              </a:ext>
            </a:extLst>
          </p:cNvPr>
          <p:cNvCxnSpPr>
            <a:cxnSpLocks/>
          </p:cNvCxnSpPr>
          <p:nvPr/>
        </p:nvCxnSpPr>
        <p:spPr>
          <a:xfrm>
            <a:off x="1860884" y="4867636"/>
            <a:ext cx="1925053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ítulo 1">
            <a:extLst>
              <a:ext uri="{FF2B5EF4-FFF2-40B4-BE49-F238E27FC236}">
                <a16:creationId xmlns:a16="http://schemas.microsoft.com/office/drawing/2014/main" id="{EF20DB26-2E81-4137-B985-A0EEB4A9BBAA}"/>
              </a:ext>
            </a:extLst>
          </p:cNvPr>
          <p:cNvSpPr txBox="1">
            <a:spLocks/>
          </p:cNvSpPr>
          <p:nvPr/>
        </p:nvSpPr>
        <p:spPr>
          <a:xfrm>
            <a:off x="3785937" y="4715236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Evita espacios extra 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4315AE30-227C-4B5E-9464-688E8ED4E638}"/>
              </a:ext>
            </a:extLst>
          </p:cNvPr>
          <p:cNvCxnSpPr>
            <a:cxnSpLocks/>
          </p:cNvCxnSpPr>
          <p:nvPr/>
        </p:nvCxnSpPr>
        <p:spPr>
          <a:xfrm>
            <a:off x="2089483" y="5537394"/>
            <a:ext cx="169645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ítulo 1">
            <a:extLst>
              <a:ext uri="{FF2B5EF4-FFF2-40B4-BE49-F238E27FC236}">
                <a16:creationId xmlns:a16="http://schemas.microsoft.com/office/drawing/2014/main" id="{14789F51-5246-4A62-BEF9-22D37BA11A16}"/>
              </a:ext>
            </a:extLst>
          </p:cNvPr>
          <p:cNvSpPr txBox="1">
            <a:spLocks/>
          </p:cNvSpPr>
          <p:nvPr/>
        </p:nvSpPr>
        <p:spPr>
          <a:xfrm>
            <a:off x="3878179" y="5384994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Hace que la imagen llene completamente el espacio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64E8D93-0FA5-4FC4-A4F5-260B334E5FE9}"/>
              </a:ext>
            </a:extLst>
          </p:cNvPr>
          <p:cNvCxnSpPr>
            <a:cxnSpLocks/>
          </p:cNvCxnSpPr>
          <p:nvPr/>
        </p:nvCxnSpPr>
        <p:spPr>
          <a:xfrm>
            <a:off x="1544052" y="6347519"/>
            <a:ext cx="2089485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1">
            <a:extLst>
              <a:ext uri="{FF2B5EF4-FFF2-40B4-BE49-F238E27FC236}">
                <a16:creationId xmlns:a16="http://schemas.microsoft.com/office/drawing/2014/main" id="{476F1D6F-EAAD-4330-A91C-73B96ED8C777}"/>
              </a:ext>
            </a:extLst>
          </p:cNvPr>
          <p:cNvSpPr txBox="1">
            <a:spLocks/>
          </p:cNvSpPr>
          <p:nvPr/>
        </p:nvSpPr>
        <p:spPr>
          <a:xfrm>
            <a:off x="3633537" y="6220325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La flecha queda a 20 píxeles del borde derecho del carrusel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50E2229-C6D9-4808-ACCC-AA0986AA1E94}"/>
              </a:ext>
            </a:extLst>
          </p:cNvPr>
          <p:cNvCxnSpPr>
            <a:cxnSpLocks/>
          </p:cNvCxnSpPr>
          <p:nvPr/>
        </p:nvCxnSpPr>
        <p:spPr>
          <a:xfrm>
            <a:off x="2105526" y="1185972"/>
            <a:ext cx="166436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ítulo 1">
            <a:extLst>
              <a:ext uri="{FF2B5EF4-FFF2-40B4-BE49-F238E27FC236}">
                <a16:creationId xmlns:a16="http://schemas.microsoft.com/office/drawing/2014/main" id="{2965EA18-7405-479B-9C88-64C0B720DF8A}"/>
              </a:ext>
            </a:extLst>
          </p:cNvPr>
          <p:cNvSpPr txBox="1">
            <a:spLocks/>
          </p:cNvSpPr>
          <p:nvPr/>
        </p:nvSpPr>
        <p:spPr>
          <a:xfrm>
            <a:off x="3769894" y="1081698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Parte 5 de hace 2 diapositivas</a:t>
            </a: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A07134F0-5E32-4FC1-ADEE-C3C132B1B74A}"/>
              </a:ext>
            </a:extLst>
          </p:cNvPr>
          <p:cNvSpPr txBox="1">
            <a:spLocks/>
          </p:cNvSpPr>
          <p:nvPr/>
        </p:nvSpPr>
        <p:spPr>
          <a:xfrm>
            <a:off x="5390147" y="1826224"/>
            <a:ext cx="3416968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Parte 7 de hace 2 diapositivas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DBA7CA92-F342-4678-AE6D-DB7AF649076A}"/>
              </a:ext>
            </a:extLst>
          </p:cNvPr>
          <p:cNvSpPr txBox="1">
            <a:spLocks/>
          </p:cNvSpPr>
          <p:nvPr/>
        </p:nvSpPr>
        <p:spPr>
          <a:xfrm>
            <a:off x="5189621" y="3760728"/>
            <a:ext cx="3416968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Parte 6 de hace 2 diapositivas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DED7280-AA4D-4B8C-95B9-78CA9D751A98}"/>
              </a:ext>
            </a:extLst>
          </p:cNvPr>
          <p:cNvCxnSpPr>
            <a:cxnSpLocks/>
          </p:cNvCxnSpPr>
          <p:nvPr/>
        </p:nvCxnSpPr>
        <p:spPr>
          <a:xfrm>
            <a:off x="3264568" y="3829196"/>
            <a:ext cx="1925053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92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BBD180-9829-422B-B18B-5EC86D9BF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45768" cy="688114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154B75F-AB4B-4FF5-922B-7CE7CC5CE1B1}"/>
              </a:ext>
            </a:extLst>
          </p:cNvPr>
          <p:cNvSpPr/>
          <p:nvPr/>
        </p:nvSpPr>
        <p:spPr>
          <a:xfrm>
            <a:off x="385011" y="1046747"/>
            <a:ext cx="1479884" cy="204537"/>
          </a:xfrm>
          <a:prstGeom prst="rect">
            <a:avLst/>
          </a:prstGeom>
          <a:solidFill>
            <a:srgbClr val="121314"/>
          </a:solidFill>
          <a:ln>
            <a:solidFill>
              <a:srgbClr val="1213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9C7F98B-150E-4310-988F-A8B611F9B146}"/>
              </a:ext>
            </a:extLst>
          </p:cNvPr>
          <p:cNvCxnSpPr>
            <a:cxnSpLocks/>
          </p:cNvCxnSpPr>
          <p:nvPr/>
        </p:nvCxnSpPr>
        <p:spPr>
          <a:xfrm>
            <a:off x="1572126" y="1358424"/>
            <a:ext cx="390224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>
            <a:extLst>
              <a:ext uri="{FF2B5EF4-FFF2-40B4-BE49-F238E27FC236}">
                <a16:creationId xmlns:a16="http://schemas.microsoft.com/office/drawing/2014/main" id="{B1AABC63-5A89-4652-A986-505D537AE36A}"/>
              </a:ext>
            </a:extLst>
          </p:cNvPr>
          <p:cNvSpPr txBox="1">
            <a:spLocks/>
          </p:cNvSpPr>
          <p:nvPr/>
        </p:nvSpPr>
        <p:spPr>
          <a:xfrm>
            <a:off x="5618748" y="1358424"/>
            <a:ext cx="7660106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La flecha queda a 20 píxeles del borde derecho del carrusel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2ECAF31-5559-4985-8717-25D8E16E72C1}"/>
              </a:ext>
            </a:extLst>
          </p:cNvPr>
          <p:cNvCxnSpPr>
            <a:cxnSpLocks/>
          </p:cNvCxnSpPr>
          <p:nvPr/>
        </p:nvCxnSpPr>
        <p:spPr>
          <a:xfrm>
            <a:off x="2193758" y="2318132"/>
            <a:ext cx="360568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756B8603-00D4-4C30-ADD7-B1C76F1B4AE4}"/>
              </a:ext>
            </a:extLst>
          </p:cNvPr>
          <p:cNvSpPr txBox="1">
            <a:spLocks/>
          </p:cNvSpPr>
          <p:nvPr/>
        </p:nvSpPr>
        <p:spPr>
          <a:xfrm>
            <a:off x="5773372" y="2165732"/>
            <a:ext cx="4368858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Separación entre la imagen y los puntos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754C17F-50DA-452A-B9FB-A4872D05BC03}"/>
              </a:ext>
            </a:extLst>
          </p:cNvPr>
          <p:cNvCxnSpPr>
            <a:cxnSpLocks/>
          </p:cNvCxnSpPr>
          <p:nvPr/>
        </p:nvCxnSpPr>
        <p:spPr>
          <a:xfrm>
            <a:off x="2269958" y="2756282"/>
            <a:ext cx="350341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9BF33003-F8AC-41F4-9AB8-83131B88D4F5}"/>
              </a:ext>
            </a:extLst>
          </p:cNvPr>
          <p:cNvSpPr txBox="1">
            <a:spLocks/>
          </p:cNvSpPr>
          <p:nvPr/>
        </p:nvSpPr>
        <p:spPr>
          <a:xfrm>
            <a:off x="5799438" y="2622931"/>
            <a:ext cx="5001912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Separación entre los puntos y la nueva sección </a:t>
            </a:r>
          </a:p>
        </p:txBody>
      </p:sp>
      <p:sp>
        <p:nvSpPr>
          <p:cNvPr id="14" name="Cerrar llave 13">
            <a:extLst>
              <a:ext uri="{FF2B5EF4-FFF2-40B4-BE49-F238E27FC236}">
                <a16:creationId xmlns:a16="http://schemas.microsoft.com/office/drawing/2014/main" id="{5C9CB3B7-A6C5-4A05-9D8A-50A8C5595517}"/>
              </a:ext>
            </a:extLst>
          </p:cNvPr>
          <p:cNvSpPr/>
          <p:nvPr/>
        </p:nvSpPr>
        <p:spPr>
          <a:xfrm>
            <a:off x="3040980" y="3814981"/>
            <a:ext cx="330870" cy="757007"/>
          </a:xfrm>
          <a:prstGeom prst="righ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A83692C-E7CA-46C6-8FE7-41766455DA76}"/>
              </a:ext>
            </a:extLst>
          </p:cNvPr>
          <p:cNvSpPr txBox="1">
            <a:spLocks/>
          </p:cNvSpPr>
          <p:nvPr/>
        </p:nvSpPr>
        <p:spPr>
          <a:xfrm>
            <a:off x="5293894" y="3930270"/>
            <a:ext cx="5245768" cy="429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Aseguran que el punto nunca sea menor a 10 </a:t>
            </a:r>
            <a:r>
              <a:rPr kumimoji="0" lang="es-MX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px</a:t>
            </a: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F2FDFAD-C215-4ACD-90D6-B69540ECA2AC}"/>
              </a:ext>
            </a:extLst>
          </p:cNvPr>
          <p:cNvCxnSpPr>
            <a:cxnSpLocks/>
          </p:cNvCxnSpPr>
          <p:nvPr/>
        </p:nvCxnSpPr>
        <p:spPr>
          <a:xfrm>
            <a:off x="3206415" y="5727982"/>
            <a:ext cx="2267953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06AD3F94-478F-4C93-91C5-CCE3BA169328}"/>
              </a:ext>
            </a:extLst>
          </p:cNvPr>
          <p:cNvSpPr txBox="1">
            <a:spLocks/>
          </p:cNvSpPr>
          <p:nvPr/>
        </p:nvSpPr>
        <p:spPr>
          <a:xfrm>
            <a:off x="5555582" y="5513214"/>
            <a:ext cx="5245768" cy="429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Transición de color 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0ECD299-20D1-4BA3-942E-4A6033E76CA3}"/>
              </a:ext>
            </a:extLst>
          </p:cNvPr>
          <p:cNvCxnSpPr>
            <a:cxnSpLocks/>
          </p:cNvCxnSpPr>
          <p:nvPr/>
        </p:nvCxnSpPr>
        <p:spPr>
          <a:xfrm>
            <a:off x="2389270" y="6521827"/>
            <a:ext cx="316631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336E6CEC-681E-42EA-834D-2DFB9ED509E2}"/>
              </a:ext>
            </a:extLst>
          </p:cNvPr>
          <p:cNvSpPr txBox="1">
            <a:spLocks/>
          </p:cNvSpPr>
          <p:nvPr/>
        </p:nvSpPr>
        <p:spPr>
          <a:xfrm>
            <a:off x="5555582" y="6307059"/>
            <a:ext cx="5245768" cy="429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Transición de color a imagen activa </a:t>
            </a:r>
          </a:p>
        </p:txBody>
      </p:sp>
    </p:spTree>
    <p:extLst>
      <p:ext uri="{BB962C8B-B14F-4D97-AF65-F5344CB8AC3E}">
        <p14:creationId xmlns:p14="http://schemas.microsoft.com/office/powerpoint/2010/main" val="2090517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26E66D8F-9DE3-4D4B-90B2-0ABB9CC3ADB7}"/>
              </a:ext>
            </a:extLst>
          </p:cNvPr>
          <p:cNvSpPr txBox="1">
            <a:spLocks/>
          </p:cNvSpPr>
          <p:nvPr/>
        </p:nvSpPr>
        <p:spPr>
          <a:xfrm>
            <a:off x="-37071" y="-555110"/>
            <a:ext cx="12266141" cy="16425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7200" dirty="0"/>
              <a:t>Cuando sea necesario borrar el primer carrusel simplemente se borra su versión HTML, java y CSS</a:t>
            </a:r>
          </a:p>
        </p:txBody>
      </p:sp>
      <p:pic>
        <p:nvPicPr>
          <p:cNvPr id="1026" name="Picture 2" descr="Imágenes de Html - Descarga gratuita en Magnific (antes Freepik)">
            <a:extLst>
              <a:ext uri="{FF2B5EF4-FFF2-40B4-BE49-F238E27FC236}">
                <a16:creationId xmlns:a16="http://schemas.microsoft.com/office/drawing/2014/main" id="{B77A6568-4A24-4646-9896-C7FEBC8B4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05" t="8167" r="19490" b="6547"/>
          <a:stretch/>
        </p:blipFill>
        <p:spPr bwMode="auto">
          <a:xfrm>
            <a:off x="930876" y="1325004"/>
            <a:ext cx="3331972" cy="432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3069CA8E-3292-4ADA-80E7-FC31EBE66CFA}"/>
              </a:ext>
            </a:extLst>
          </p:cNvPr>
          <p:cNvSpPr txBox="1">
            <a:spLocks/>
          </p:cNvSpPr>
          <p:nvPr/>
        </p:nvSpPr>
        <p:spPr>
          <a:xfrm>
            <a:off x="1357067" y="5770607"/>
            <a:ext cx="2776152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Líneas 24, 130- 167,809 </a:t>
            </a:r>
          </a:p>
        </p:txBody>
      </p:sp>
      <p:pic>
        <p:nvPicPr>
          <p:cNvPr id="1030" name="Picture 6" descr="Qué es Javascript y por qué es necesario para el sitio web People Like Us?  | People Like Us">
            <a:extLst>
              <a:ext uri="{FF2B5EF4-FFF2-40B4-BE49-F238E27FC236}">
                <a16:creationId xmlns:a16="http://schemas.microsoft.com/office/drawing/2014/main" id="{D7B88196-BCC4-4D81-9915-AE478653C1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88" b="95616" l="9804" r="89735">
                        <a14:foregroundMark x1="46367" y1="30271" x2="42676" y2="84551"/>
                        <a14:foregroundMark x1="42676" y1="84551" x2="49481" y2="90188"/>
                        <a14:foregroundMark x1="49481" y1="90188" x2="56517" y2="76618"/>
                        <a14:foregroundMark x1="56517" y1="76618" x2="60554" y2="51566"/>
                        <a14:foregroundMark x1="60554" y1="51566" x2="60092" y2="39040"/>
                        <a14:foregroundMark x1="60092" y1="39040" x2="59862" y2="38622"/>
                        <a14:foregroundMark x1="52480" y1="74322" x2="56171" y2="31942"/>
                        <a14:foregroundMark x1="56171" y1="31942" x2="56286" y2="30898"/>
                        <a14:foregroundMark x1="27682" y1="8768" x2="86851" y2="8768"/>
                        <a14:foregroundMark x1="29758" y1="6263" x2="53633" y2="2088"/>
                        <a14:foregroundMark x1="53633" y1="2088" x2="71857" y2="8559"/>
                        <a14:foregroundMark x1="42330" y1="8351" x2="48789" y2="7724"/>
                        <a14:foregroundMark x1="48789" y1="7724" x2="75433" y2="8977"/>
                        <a14:foregroundMark x1="73818" y1="13779" x2="25606" y2="15449"/>
                        <a14:foregroundMark x1="28489" y1="12109" x2="74048" y2="15449"/>
                        <a14:foregroundMark x1="74048" y1="15449" x2="75433" y2="11900"/>
                        <a14:foregroundMark x1="62860" y1="3758" x2="62860" y2="3758"/>
                        <a14:foregroundMark x1="53057" y1="82881" x2="60669" y2="82672"/>
                        <a14:foregroundMark x1="60669" y1="82672" x2="57324" y2="28184"/>
                        <a14:foregroundMark x1="57324" y1="28184" x2="57209" y2="27975"/>
                        <a14:foregroundMark x1="47982" y1="33194" x2="42676" y2="74948"/>
                        <a14:foregroundMark x1="42676" y1="74948" x2="46482" y2="87056"/>
                        <a14:foregroundMark x1="46482" y1="87056" x2="48789" y2="87056"/>
                        <a14:foregroundMark x1="48789" y1="86221" x2="46713" y2="48225"/>
                        <a14:foregroundMark x1="47290" y1="81420" x2="39331" y2="79749"/>
                        <a14:foregroundMark x1="39331" y1="79749" x2="39216" y2="79541"/>
                        <a14:foregroundMark x1="39100" y1="79541" x2="39562" y2="66180"/>
                        <a14:foregroundMark x1="47982" y1="95616" x2="50980" y2="956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064" r="22069"/>
          <a:stretch/>
        </p:blipFill>
        <p:spPr bwMode="auto">
          <a:xfrm>
            <a:off x="4411129" y="1087393"/>
            <a:ext cx="4448433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F66263D1-5BFE-4BA4-A7B6-D864097A2212}"/>
              </a:ext>
            </a:extLst>
          </p:cNvPr>
          <p:cNvSpPr txBox="1">
            <a:spLocks/>
          </p:cNvSpPr>
          <p:nvPr/>
        </p:nvSpPr>
        <p:spPr>
          <a:xfrm>
            <a:off x="5173362" y="5779077"/>
            <a:ext cx="3057557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Archivo carrusel-violencia </a:t>
            </a:r>
          </a:p>
        </p:txBody>
      </p:sp>
      <p:pic>
        <p:nvPicPr>
          <p:cNvPr id="1032" name="Picture 8" descr="Qué es CSS: Ventajas y funcionamiento Yeeply">
            <a:extLst>
              <a:ext uri="{FF2B5EF4-FFF2-40B4-BE49-F238E27FC236}">
                <a16:creationId xmlns:a16="http://schemas.microsoft.com/office/drawing/2014/main" id="{8973F94A-3B29-4E6C-878E-D4C2742D0A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83" r="22318"/>
          <a:stretch/>
        </p:blipFill>
        <p:spPr bwMode="auto">
          <a:xfrm>
            <a:off x="8747831" y="1137140"/>
            <a:ext cx="3361792" cy="441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F49DE5C3-B390-4788-874E-AFA93142816A}"/>
              </a:ext>
            </a:extLst>
          </p:cNvPr>
          <p:cNvSpPr txBox="1">
            <a:spLocks/>
          </p:cNvSpPr>
          <p:nvPr/>
        </p:nvSpPr>
        <p:spPr>
          <a:xfrm>
            <a:off x="8837525" y="5772362"/>
            <a:ext cx="3057557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Archivo </a:t>
            </a:r>
            <a:r>
              <a:rPr kumimoji="0" lang="es-MX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carrusel_violencia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95180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7C5CE-CBB2-4B0B-8640-567A9C04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MX" sz="4000" b="1" dirty="0"/>
              <a:t>En caso de solo modificarlo a un carrusel de 2 imágenes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28451AA-12D1-47AF-BB7B-E64757AB7F31}"/>
              </a:ext>
            </a:extLst>
          </p:cNvPr>
          <p:cNvGrpSpPr/>
          <p:nvPr/>
        </p:nvGrpSpPr>
        <p:grpSpPr>
          <a:xfrm>
            <a:off x="57665" y="1396507"/>
            <a:ext cx="12606375" cy="4740681"/>
            <a:chOff x="255374" y="1009330"/>
            <a:chExt cx="12416904" cy="4222306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2BFD4A8-0F24-492F-BD7A-60AA169A75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9054" b="70669"/>
            <a:stretch/>
          </p:blipFill>
          <p:spPr>
            <a:xfrm>
              <a:off x="255374" y="1120141"/>
              <a:ext cx="5329880" cy="1246219"/>
            </a:xfrm>
            <a:prstGeom prst="rect">
              <a:avLst/>
            </a:prstGeom>
          </p:spPr>
        </p:pic>
        <p:sp>
          <p:nvSpPr>
            <p:cNvPr id="6" name="Título 1">
              <a:extLst>
                <a:ext uri="{FF2B5EF4-FFF2-40B4-BE49-F238E27FC236}">
                  <a16:creationId xmlns:a16="http://schemas.microsoft.com/office/drawing/2014/main" id="{27B7245B-A49A-47AA-B604-3C363A897884}"/>
                </a:ext>
              </a:extLst>
            </p:cNvPr>
            <p:cNvSpPr txBox="1">
              <a:spLocks/>
            </p:cNvSpPr>
            <p:nvPr/>
          </p:nvSpPr>
          <p:spPr>
            <a:xfrm>
              <a:off x="1359242" y="2454876"/>
              <a:ext cx="3647187" cy="3145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Subir la imagen en esta dirección </a:t>
              </a:r>
            </a:p>
          </p:txBody>
        </p: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A988770F-49E4-46A7-B907-38A217B94C3B}"/>
                </a:ext>
              </a:extLst>
            </p:cNvPr>
            <p:cNvCxnSpPr>
              <a:cxnSpLocks/>
            </p:cNvCxnSpPr>
            <p:nvPr/>
          </p:nvCxnSpPr>
          <p:spPr>
            <a:xfrm>
              <a:off x="5585254" y="1902941"/>
              <a:ext cx="118376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06C6EAC2-6725-4E29-AC0E-34AB84CBE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9018" y="1009330"/>
              <a:ext cx="4239217" cy="1209844"/>
            </a:xfrm>
            <a:prstGeom prst="rect">
              <a:avLst/>
            </a:prstGeom>
          </p:spPr>
        </p:pic>
        <p:sp>
          <p:nvSpPr>
            <p:cNvPr id="17" name="Título 1">
              <a:extLst>
                <a:ext uri="{FF2B5EF4-FFF2-40B4-BE49-F238E27FC236}">
                  <a16:creationId xmlns:a16="http://schemas.microsoft.com/office/drawing/2014/main" id="{E5DEB71F-C528-400F-B539-BFC958C1E9E5}"/>
                </a:ext>
              </a:extLst>
            </p:cNvPr>
            <p:cNvSpPr txBox="1">
              <a:spLocks/>
            </p:cNvSpPr>
            <p:nvPr/>
          </p:nvSpPr>
          <p:spPr>
            <a:xfrm>
              <a:off x="6769018" y="2219175"/>
              <a:ext cx="5043500" cy="70082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Colocarlas aquí con su respectivo nombre, el nombre de la carpeta no cambiara </a:t>
              </a:r>
            </a:p>
          </p:txBody>
        </p: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6B468D1E-261E-4E4D-ADB1-6C7088666BAA}"/>
                </a:ext>
              </a:extLst>
            </p:cNvPr>
            <p:cNvCxnSpPr>
              <a:cxnSpLocks/>
            </p:cNvCxnSpPr>
            <p:nvPr/>
          </p:nvCxnSpPr>
          <p:spPr>
            <a:xfrm>
              <a:off x="9148119" y="2804349"/>
              <a:ext cx="0" cy="45339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1164E7C9-ED2C-4C11-B22D-2BEFB5B57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3266" y="3429000"/>
              <a:ext cx="2715004" cy="1228896"/>
            </a:xfrm>
            <a:prstGeom prst="rect">
              <a:avLst/>
            </a:prstGeom>
          </p:spPr>
        </p:pic>
        <p:sp>
          <p:nvSpPr>
            <p:cNvPr id="23" name="Título 1">
              <a:extLst>
                <a:ext uri="{FF2B5EF4-FFF2-40B4-BE49-F238E27FC236}">
                  <a16:creationId xmlns:a16="http://schemas.microsoft.com/office/drawing/2014/main" id="{EABBF1C9-6F31-4C05-ADF2-07D23B6B6214}"/>
                </a:ext>
              </a:extLst>
            </p:cNvPr>
            <p:cNvSpPr txBox="1">
              <a:spLocks/>
            </p:cNvSpPr>
            <p:nvPr/>
          </p:nvSpPr>
          <p:spPr>
            <a:xfrm>
              <a:off x="6734432" y="4615890"/>
              <a:ext cx="5937846" cy="61574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Quitar una de las línea &lt;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span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 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class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=“punto”&gt;&lt;/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span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864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7C5CE-CBB2-4B0B-8640-567A9C04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/>
              <a:t>En caso de solo modificarlo a un carrusel de 4 o más imágenes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28451AA-12D1-47AF-BB7B-E64757AB7F31}"/>
              </a:ext>
            </a:extLst>
          </p:cNvPr>
          <p:cNvGrpSpPr/>
          <p:nvPr/>
        </p:nvGrpSpPr>
        <p:grpSpPr>
          <a:xfrm>
            <a:off x="57665" y="1396507"/>
            <a:ext cx="12249664" cy="4889952"/>
            <a:chOff x="255374" y="1009330"/>
            <a:chExt cx="12065554" cy="435525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2BFD4A8-0F24-492F-BD7A-60AA169A75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9054" b="70669"/>
            <a:stretch/>
          </p:blipFill>
          <p:spPr>
            <a:xfrm>
              <a:off x="255374" y="1120141"/>
              <a:ext cx="5329880" cy="1246219"/>
            </a:xfrm>
            <a:prstGeom prst="rect">
              <a:avLst/>
            </a:prstGeom>
          </p:spPr>
        </p:pic>
        <p:sp>
          <p:nvSpPr>
            <p:cNvPr id="6" name="Título 1">
              <a:extLst>
                <a:ext uri="{FF2B5EF4-FFF2-40B4-BE49-F238E27FC236}">
                  <a16:creationId xmlns:a16="http://schemas.microsoft.com/office/drawing/2014/main" id="{27B7245B-A49A-47AA-B604-3C363A897884}"/>
                </a:ext>
              </a:extLst>
            </p:cNvPr>
            <p:cNvSpPr txBox="1">
              <a:spLocks/>
            </p:cNvSpPr>
            <p:nvPr/>
          </p:nvSpPr>
          <p:spPr>
            <a:xfrm>
              <a:off x="1359242" y="2454876"/>
              <a:ext cx="3647187" cy="3145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Subir la imagen en esta dirección </a:t>
              </a:r>
            </a:p>
          </p:txBody>
        </p: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A988770F-49E4-46A7-B907-38A217B94C3B}"/>
                </a:ext>
              </a:extLst>
            </p:cNvPr>
            <p:cNvCxnSpPr>
              <a:cxnSpLocks/>
            </p:cNvCxnSpPr>
            <p:nvPr/>
          </p:nvCxnSpPr>
          <p:spPr>
            <a:xfrm>
              <a:off x="5585254" y="1902941"/>
              <a:ext cx="118376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06C6EAC2-6725-4E29-AC0E-34AB84CBE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9018" y="1009330"/>
              <a:ext cx="4239217" cy="1209844"/>
            </a:xfrm>
            <a:prstGeom prst="rect">
              <a:avLst/>
            </a:prstGeom>
          </p:spPr>
        </p:pic>
        <p:sp>
          <p:nvSpPr>
            <p:cNvPr id="17" name="Título 1">
              <a:extLst>
                <a:ext uri="{FF2B5EF4-FFF2-40B4-BE49-F238E27FC236}">
                  <a16:creationId xmlns:a16="http://schemas.microsoft.com/office/drawing/2014/main" id="{E5DEB71F-C528-400F-B539-BFC958C1E9E5}"/>
                </a:ext>
              </a:extLst>
            </p:cNvPr>
            <p:cNvSpPr txBox="1">
              <a:spLocks/>
            </p:cNvSpPr>
            <p:nvPr/>
          </p:nvSpPr>
          <p:spPr>
            <a:xfrm>
              <a:off x="6598932" y="2437830"/>
              <a:ext cx="5043500" cy="70082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Colocarlas aquí con su respectivo nombre, el nombre de la carpeta no cambiara. Añadir los 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slides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 que sean necesarios con el protocolo &lt;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div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 </a:t>
              </a:r>
            </a:p>
          </p:txBody>
        </p: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6B468D1E-261E-4E4D-ADB1-6C7088666BAA}"/>
                </a:ext>
              </a:extLst>
            </p:cNvPr>
            <p:cNvCxnSpPr>
              <a:cxnSpLocks/>
            </p:cNvCxnSpPr>
            <p:nvPr/>
          </p:nvCxnSpPr>
          <p:spPr>
            <a:xfrm>
              <a:off x="9128569" y="3138652"/>
              <a:ext cx="0" cy="45339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1164E7C9-ED2C-4C11-B22D-2BEFB5B57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11775" y="3709933"/>
              <a:ext cx="2715004" cy="1228896"/>
            </a:xfrm>
            <a:prstGeom prst="rect">
              <a:avLst/>
            </a:prstGeom>
          </p:spPr>
        </p:pic>
        <p:sp>
          <p:nvSpPr>
            <p:cNvPr id="23" name="Título 1">
              <a:extLst>
                <a:ext uri="{FF2B5EF4-FFF2-40B4-BE49-F238E27FC236}">
                  <a16:creationId xmlns:a16="http://schemas.microsoft.com/office/drawing/2014/main" id="{EABBF1C9-6F31-4C05-ADF2-07D23B6B6214}"/>
                </a:ext>
              </a:extLst>
            </p:cNvPr>
            <p:cNvSpPr txBox="1">
              <a:spLocks/>
            </p:cNvSpPr>
            <p:nvPr/>
          </p:nvSpPr>
          <p:spPr>
            <a:xfrm>
              <a:off x="5260026" y="4748839"/>
              <a:ext cx="7060902" cy="61574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Añadir las líneas &lt;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span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 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class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=“punto”&gt;&lt;/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span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&gt; que sean necesarias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3229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otón de accesibilidad ilustración del vector. Ilustración de médico -  4672120">
            <a:extLst>
              <a:ext uri="{FF2B5EF4-FFF2-40B4-BE49-F238E27FC236}">
                <a16:creationId xmlns:a16="http://schemas.microsoft.com/office/drawing/2014/main" id="{2646E087-9F10-4213-A1EC-4338B8CEF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9553"/>
            <a:ext cx="6917795" cy="70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93D05FD0-C0A9-4CD0-80F2-58962BC158F1}"/>
              </a:ext>
            </a:extLst>
          </p:cNvPr>
          <p:cNvSpPr txBox="1">
            <a:spLocks/>
          </p:cNvSpPr>
          <p:nvPr/>
        </p:nvSpPr>
        <p:spPr>
          <a:xfrm>
            <a:off x="6646789" y="367529"/>
            <a:ext cx="5173133" cy="596419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7200" dirty="0"/>
              <a:t>Una vez que se ha entendido el código, se mostrará brevemente en la siguiente presentación únicamente las cosas a modificar en caso de que la página requiera actualizaciones  </a:t>
            </a:r>
          </a:p>
        </p:txBody>
      </p:sp>
    </p:spTree>
    <p:extLst>
      <p:ext uri="{BB962C8B-B14F-4D97-AF65-F5344CB8AC3E}">
        <p14:creationId xmlns:p14="http://schemas.microsoft.com/office/powerpoint/2010/main" val="2499326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2493BA6-C43D-45E7-A42C-BEBB8D7C0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5871"/>
            <a:ext cx="4934465" cy="6865344"/>
          </a:xfrm>
          <a:prstGeom prst="rect">
            <a:avLst/>
          </a:prstGeom>
        </p:spPr>
      </p:pic>
      <p:sp>
        <p:nvSpPr>
          <p:cNvPr id="7" name="Cerrar llave 6">
            <a:extLst>
              <a:ext uri="{FF2B5EF4-FFF2-40B4-BE49-F238E27FC236}">
                <a16:creationId xmlns:a16="http://schemas.microsoft.com/office/drawing/2014/main" id="{3B7E2AFC-DE98-422D-AF79-D1A888196E8F}"/>
              </a:ext>
            </a:extLst>
          </p:cNvPr>
          <p:cNvSpPr/>
          <p:nvPr/>
        </p:nvSpPr>
        <p:spPr>
          <a:xfrm>
            <a:off x="4845066" y="58527"/>
            <a:ext cx="330870" cy="1028868"/>
          </a:xfrm>
          <a:prstGeom prst="righ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620650C-3018-4C69-BA56-DB5149E943D7}"/>
              </a:ext>
            </a:extLst>
          </p:cNvPr>
          <p:cNvSpPr txBox="1">
            <a:spLocks/>
          </p:cNvSpPr>
          <p:nvPr/>
        </p:nvSpPr>
        <p:spPr>
          <a:xfrm>
            <a:off x="5390824" y="358193"/>
            <a:ext cx="5878537" cy="429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Protocolo necesario para que se ejecute el carrusel</a:t>
            </a:r>
          </a:p>
        </p:txBody>
      </p:sp>
      <p:sp>
        <p:nvSpPr>
          <p:cNvPr id="9" name="Cerrar llave 8">
            <a:extLst>
              <a:ext uri="{FF2B5EF4-FFF2-40B4-BE49-F238E27FC236}">
                <a16:creationId xmlns:a16="http://schemas.microsoft.com/office/drawing/2014/main" id="{9ABE19AA-F6D2-412A-801B-A7BFEC5DC3DA}"/>
              </a:ext>
            </a:extLst>
          </p:cNvPr>
          <p:cNvSpPr/>
          <p:nvPr/>
        </p:nvSpPr>
        <p:spPr>
          <a:xfrm>
            <a:off x="5059954" y="1145922"/>
            <a:ext cx="330870" cy="905300"/>
          </a:xfrm>
          <a:prstGeom prst="righ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25F87BB8-4159-4A9E-B9DC-07F3019C0472}"/>
              </a:ext>
            </a:extLst>
          </p:cNvPr>
          <p:cNvSpPr txBox="1">
            <a:spLocks/>
          </p:cNvSpPr>
          <p:nvPr/>
        </p:nvSpPr>
        <p:spPr>
          <a:xfrm>
            <a:off x="5525067" y="1383804"/>
            <a:ext cx="2292641" cy="429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Busca los elementos 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D5F50AF-6BFC-4EDE-9DD8-AE8FCFB56385}"/>
              </a:ext>
            </a:extLst>
          </p:cNvPr>
          <p:cNvSpPr txBox="1">
            <a:spLocks/>
          </p:cNvSpPr>
          <p:nvPr/>
        </p:nvSpPr>
        <p:spPr>
          <a:xfrm>
            <a:off x="7817708" y="1020831"/>
            <a:ext cx="4374291" cy="11554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8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Slides</a:t>
            </a:r>
            <a:r>
              <a:rPr lang="es-MX" sz="1800" dirty="0">
                <a:latin typeface="Calibri Light" panose="020F0302020204030204"/>
              </a:rPr>
              <a:t>=Donde colocamos las imágenes </a:t>
            </a:r>
            <a:r>
              <a:rPr kumimoji="0" lang="es-MX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800" dirty="0">
                <a:latin typeface="Calibri Light" panose="020F0302020204030204"/>
              </a:rPr>
              <a:t>Anterior=Flecha izquierda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800" dirty="0">
                <a:latin typeface="Calibri Light" panose="020F0302020204030204"/>
              </a:rPr>
              <a:t>Siguiente=Flecha derecha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800" dirty="0">
                <a:latin typeface="Calibri Light" panose="020F0302020204030204"/>
              </a:rPr>
              <a:t>Puntos=Indicadores </a:t>
            </a:r>
            <a:endParaRPr kumimoji="0" lang="es-MX" sz="1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009E281D-94E4-4F3F-BBF4-9ECF6529B7EE}"/>
              </a:ext>
            </a:extLst>
          </p:cNvPr>
          <p:cNvSpPr/>
          <p:nvPr/>
        </p:nvSpPr>
        <p:spPr>
          <a:xfrm>
            <a:off x="5013100" y="2176310"/>
            <a:ext cx="377723" cy="738340"/>
          </a:xfrm>
          <a:prstGeom prst="righ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9BF811EC-2C7D-4F07-8939-6EC6BAABAA4C}"/>
              </a:ext>
            </a:extLst>
          </p:cNvPr>
          <p:cNvSpPr txBox="1">
            <a:spLocks/>
          </p:cNvSpPr>
          <p:nvPr/>
        </p:nvSpPr>
        <p:spPr>
          <a:xfrm>
            <a:off x="5525067" y="2240868"/>
            <a:ext cx="5878537" cy="429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Más protocolo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3F8AC6D-8A43-4BC2-8660-C23EB9689438}"/>
              </a:ext>
            </a:extLst>
          </p:cNvPr>
          <p:cNvCxnSpPr>
            <a:cxnSpLocks/>
          </p:cNvCxnSpPr>
          <p:nvPr/>
        </p:nvCxnSpPr>
        <p:spPr>
          <a:xfrm>
            <a:off x="2900363" y="3243263"/>
            <a:ext cx="2275573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ítulo 1">
            <a:extLst>
              <a:ext uri="{FF2B5EF4-FFF2-40B4-BE49-F238E27FC236}">
                <a16:creationId xmlns:a16="http://schemas.microsoft.com/office/drawing/2014/main" id="{10925C52-3CF2-4E72-AEBF-8E68214E1BEB}"/>
              </a:ext>
            </a:extLst>
          </p:cNvPr>
          <p:cNvSpPr txBox="1">
            <a:spLocks/>
          </p:cNvSpPr>
          <p:nvPr/>
        </p:nvSpPr>
        <p:spPr>
          <a:xfrm>
            <a:off x="5201961" y="2999465"/>
            <a:ext cx="5878537" cy="429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Mostrar la imagen número i y actualizar los puntos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FC199BCB-E743-4BC0-9242-F3214B6E873A}"/>
              </a:ext>
            </a:extLst>
          </p:cNvPr>
          <p:cNvSpPr/>
          <p:nvPr/>
        </p:nvSpPr>
        <p:spPr>
          <a:xfrm>
            <a:off x="4987074" y="3530667"/>
            <a:ext cx="377723" cy="570108"/>
          </a:xfrm>
          <a:prstGeom prst="righ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D7A4881-5C01-45D6-8EFB-99529BF7BA51}"/>
              </a:ext>
            </a:extLst>
          </p:cNvPr>
          <p:cNvSpPr txBox="1">
            <a:spLocks/>
          </p:cNvSpPr>
          <p:nvPr/>
        </p:nvSpPr>
        <p:spPr>
          <a:xfrm>
            <a:off x="5637609" y="3530668"/>
            <a:ext cx="5878537" cy="5701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Recorre todas las diapositivas y les quita la clase activo. Al quitar activo la imagen queda oculta.</a:t>
            </a:r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E539384F-BC29-444C-B532-F5BDF54527BF}"/>
              </a:ext>
            </a:extLst>
          </p:cNvPr>
          <p:cNvSpPr/>
          <p:nvPr/>
        </p:nvSpPr>
        <p:spPr>
          <a:xfrm>
            <a:off x="4951146" y="4431738"/>
            <a:ext cx="377723" cy="570108"/>
          </a:xfrm>
          <a:prstGeom prst="righ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7F42D8F0-232F-49B2-A54B-69BEB1B945F5}"/>
              </a:ext>
            </a:extLst>
          </p:cNvPr>
          <p:cNvSpPr txBox="1">
            <a:spLocks/>
          </p:cNvSpPr>
          <p:nvPr/>
        </p:nvSpPr>
        <p:spPr>
          <a:xfrm>
            <a:off x="5525067" y="4531506"/>
            <a:ext cx="6554391" cy="429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Calibri Light" panose="020F0302020204030204"/>
              </a:rPr>
              <a:t>Hace lo mismo con los indicadores. Todos vuelven a ser grises. 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1CEF8CA-3CAC-4AC7-8D59-193A4ECAF6B1}"/>
              </a:ext>
            </a:extLst>
          </p:cNvPr>
          <p:cNvCxnSpPr>
            <a:cxnSpLocks/>
          </p:cNvCxnSpPr>
          <p:nvPr/>
        </p:nvCxnSpPr>
        <p:spPr>
          <a:xfrm>
            <a:off x="3607183" y="5590223"/>
            <a:ext cx="159477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ítulo 1">
            <a:extLst>
              <a:ext uri="{FF2B5EF4-FFF2-40B4-BE49-F238E27FC236}">
                <a16:creationId xmlns:a16="http://schemas.microsoft.com/office/drawing/2014/main" id="{4DCCEBB8-BBD2-4934-B264-AD74F51FE93B}"/>
              </a:ext>
            </a:extLst>
          </p:cNvPr>
          <p:cNvSpPr txBox="1">
            <a:spLocks/>
          </p:cNvSpPr>
          <p:nvPr/>
        </p:nvSpPr>
        <p:spPr>
          <a:xfrm>
            <a:off x="5290787" y="5332809"/>
            <a:ext cx="2850442" cy="429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Calibri Light" panose="020F0302020204030204"/>
              </a:rPr>
              <a:t>Activa la imagen correcta 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221331E6-ABBB-4EFA-BDD9-21EECE085152}"/>
              </a:ext>
            </a:extLst>
          </p:cNvPr>
          <p:cNvCxnSpPr>
            <a:cxnSpLocks/>
          </p:cNvCxnSpPr>
          <p:nvPr/>
        </p:nvCxnSpPr>
        <p:spPr>
          <a:xfrm>
            <a:off x="3581157" y="6178721"/>
            <a:ext cx="159477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ítulo 1">
            <a:extLst>
              <a:ext uri="{FF2B5EF4-FFF2-40B4-BE49-F238E27FC236}">
                <a16:creationId xmlns:a16="http://schemas.microsoft.com/office/drawing/2014/main" id="{0528B6C4-CD06-4C5B-AC38-C2C6BEE5A3AB}"/>
              </a:ext>
            </a:extLst>
          </p:cNvPr>
          <p:cNvSpPr txBox="1">
            <a:spLocks/>
          </p:cNvSpPr>
          <p:nvPr/>
        </p:nvSpPr>
        <p:spPr>
          <a:xfrm>
            <a:off x="5140007" y="5824079"/>
            <a:ext cx="2850442" cy="429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Calibri Light" panose="020F0302020204030204"/>
              </a:rPr>
              <a:t>Activa el punto correcto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3488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7F90113-CE72-45A6-9FD4-E35916A9CA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77" b="28996"/>
          <a:stretch/>
        </p:blipFill>
        <p:spPr>
          <a:xfrm>
            <a:off x="-1" y="-15726"/>
            <a:ext cx="7005145" cy="6869360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260E250-624A-44EB-89DF-911297F52813}"/>
              </a:ext>
            </a:extLst>
          </p:cNvPr>
          <p:cNvCxnSpPr>
            <a:cxnSpLocks/>
          </p:cNvCxnSpPr>
          <p:nvPr/>
        </p:nvCxnSpPr>
        <p:spPr>
          <a:xfrm>
            <a:off x="6953384" y="1390909"/>
            <a:ext cx="35403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AFA44CF-0F11-43DC-9C8B-BAAA1207D7AF}"/>
              </a:ext>
            </a:extLst>
          </p:cNvPr>
          <p:cNvGrpSpPr/>
          <p:nvPr/>
        </p:nvGrpSpPr>
        <p:grpSpPr>
          <a:xfrm>
            <a:off x="3669632" y="314369"/>
            <a:ext cx="8418847" cy="429535"/>
            <a:chOff x="5354053" y="2299100"/>
            <a:chExt cx="8418847" cy="429535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E0968A00-7EC7-445C-B7D2-42A686E34AAC}"/>
                </a:ext>
              </a:extLst>
            </p:cNvPr>
            <p:cNvCxnSpPr>
              <a:cxnSpLocks/>
            </p:cNvCxnSpPr>
            <p:nvPr/>
          </p:nvCxnSpPr>
          <p:spPr>
            <a:xfrm>
              <a:off x="5354053" y="2386266"/>
              <a:ext cx="3637788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CABE6302-2364-480A-9F13-03531FAAD350}"/>
                </a:ext>
              </a:extLst>
            </p:cNvPr>
            <p:cNvSpPr txBox="1">
              <a:spLocks/>
            </p:cNvSpPr>
            <p:nvPr/>
          </p:nvSpPr>
          <p:spPr>
            <a:xfrm>
              <a:off x="8991841" y="2299100"/>
              <a:ext cx="4781059" cy="42953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Hace que la primera imagen y el primer punto tengan la clase activo</a:t>
              </a:r>
            </a:p>
          </p:txBody>
        </p:sp>
      </p:grpSp>
      <p:sp>
        <p:nvSpPr>
          <p:cNvPr id="11" name="Título 1">
            <a:extLst>
              <a:ext uri="{FF2B5EF4-FFF2-40B4-BE49-F238E27FC236}">
                <a16:creationId xmlns:a16="http://schemas.microsoft.com/office/drawing/2014/main" id="{62139789-E037-40E2-8C59-79A010848B1A}"/>
              </a:ext>
            </a:extLst>
          </p:cNvPr>
          <p:cNvSpPr txBox="1">
            <a:spLocks/>
          </p:cNvSpPr>
          <p:nvPr/>
        </p:nvSpPr>
        <p:spPr>
          <a:xfrm>
            <a:off x="7307420" y="1028834"/>
            <a:ext cx="4884580" cy="626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Cuando alguien hace clic en este botón, ejecuta el código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98A16826-16C0-427B-A8DE-15967361E0F8}"/>
              </a:ext>
            </a:extLst>
          </p:cNvPr>
          <p:cNvGrpSpPr/>
          <p:nvPr/>
        </p:nvGrpSpPr>
        <p:grpSpPr>
          <a:xfrm>
            <a:off x="3236495" y="1568108"/>
            <a:ext cx="10976228" cy="330337"/>
            <a:chOff x="4855435" y="3113306"/>
            <a:chExt cx="10976228" cy="330337"/>
          </a:xfrm>
        </p:grpSpPr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E04FC15F-6409-41F8-BAEA-B21B6F25B19B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4855435" y="3278474"/>
              <a:ext cx="3971083" cy="1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35362D0-AF2F-4B48-9C85-DA5D201CF3ED}"/>
                </a:ext>
              </a:extLst>
            </p:cNvPr>
            <p:cNvSpPr txBox="1">
              <a:spLocks/>
            </p:cNvSpPr>
            <p:nvPr/>
          </p:nvSpPr>
          <p:spPr>
            <a:xfrm>
              <a:off x="8826518" y="3113306"/>
              <a:ext cx="7005145" cy="33033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Desplazamiento de imágenes 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64C0D457-FF4F-4BD3-89DF-F121B898E1E8}"/>
              </a:ext>
            </a:extLst>
          </p:cNvPr>
          <p:cNvGrpSpPr/>
          <p:nvPr/>
        </p:nvGrpSpPr>
        <p:grpSpPr>
          <a:xfrm>
            <a:off x="6707265" y="1929008"/>
            <a:ext cx="7505458" cy="1069408"/>
            <a:chOff x="8406062" y="3359037"/>
            <a:chExt cx="7505458" cy="1069408"/>
          </a:xfrm>
        </p:grpSpPr>
        <p:sp>
          <p:nvSpPr>
            <p:cNvPr id="15" name="Cerrar llave 14">
              <a:extLst>
                <a:ext uri="{FF2B5EF4-FFF2-40B4-BE49-F238E27FC236}">
                  <a16:creationId xmlns:a16="http://schemas.microsoft.com/office/drawing/2014/main" id="{BBF1DF46-9D01-4E21-9898-32C416E787B2}"/>
                </a:ext>
              </a:extLst>
            </p:cNvPr>
            <p:cNvSpPr/>
            <p:nvPr/>
          </p:nvSpPr>
          <p:spPr>
            <a:xfrm>
              <a:off x="8406062" y="3359037"/>
              <a:ext cx="377723" cy="1069408"/>
            </a:xfrm>
            <a:prstGeom prst="rightBrace">
              <a:avLst>
                <a:gd name="adj1" fmla="val 8333"/>
                <a:gd name="adj2" fmla="val 46741"/>
              </a:avLst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6D9097DC-EA9D-4E82-AA97-1D209780AF7B}"/>
                </a:ext>
              </a:extLst>
            </p:cNvPr>
            <p:cNvSpPr txBox="1">
              <a:spLocks/>
            </p:cNvSpPr>
            <p:nvPr/>
          </p:nvSpPr>
          <p:spPr>
            <a:xfrm>
              <a:off x="8906375" y="3728572"/>
              <a:ext cx="7005145" cy="33033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Devuelve el carrusel a la imagen del principio</a:t>
              </a:r>
            </a:p>
          </p:txBody>
        </p:sp>
      </p:grp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DD01240B-2D9A-4FDE-A842-5E8246D17254}"/>
              </a:ext>
            </a:extLst>
          </p:cNvPr>
          <p:cNvSpPr/>
          <p:nvPr/>
        </p:nvSpPr>
        <p:spPr>
          <a:xfrm>
            <a:off x="6967421" y="3859585"/>
            <a:ext cx="468095" cy="2994049"/>
          </a:xfrm>
          <a:prstGeom prst="rightBrace">
            <a:avLst>
              <a:gd name="adj1" fmla="val 8333"/>
              <a:gd name="adj2" fmla="val 46741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23757020-9412-49FC-9BD2-E829E3CBFCD7}"/>
              </a:ext>
            </a:extLst>
          </p:cNvPr>
          <p:cNvSpPr txBox="1">
            <a:spLocks/>
          </p:cNvSpPr>
          <p:nvPr/>
        </p:nvSpPr>
        <p:spPr>
          <a:xfrm>
            <a:off x="7663112" y="5124723"/>
            <a:ext cx="7005145" cy="3303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Hace lo mismo del orden contrario</a:t>
            </a:r>
          </a:p>
        </p:txBody>
      </p:sp>
    </p:spTree>
    <p:extLst>
      <p:ext uri="{BB962C8B-B14F-4D97-AF65-F5344CB8AC3E}">
        <p14:creationId xmlns:p14="http://schemas.microsoft.com/office/powerpoint/2010/main" val="336526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C867AA1-40FD-486E-BF5C-8C466E80E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59"/>
            <a:ext cx="10202779" cy="687125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007A388-3281-4437-9B98-FC0B62993DFF}"/>
              </a:ext>
            </a:extLst>
          </p:cNvPr>
          <p:cNvSpPr/>
          <p:nvPr/>
        </p:nvSpPr>
        <p:spPr>
          <a:xfrm>
            <a:off x="10202779" y="0"/>
            <a:ext cx="1989221" cy="6858000"/>
          </a:xfrm>
          <a:prstGeom prst="rect">
            <a:avLst/>
          </a:prstGeom>
          <a:solidFill>
            <a:srgbClr val="121314"/>
          </a:solidFill>
          <a:ln>
            <a:solidFill>
              <a:srgbClr val="1213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D9F4F7A-B67F-4AF3-BA3C-A4892FCB9513}"/>
              </a:ext>
            </a:extLst>
          </p:cNvPr>
          <p:cNvCxnSpPr>
            <a:cxnSpLocks/>
          </p:cNvCxnSpPr>
          <p:nvPr/>
        </p:nvCxnSpPr>
        <p:spPr>
          <a:xfrm>
            <a:off x="2635669" y="127084"/>
            <a:ext cx="372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2186FD1A-F655-4A91-A113-347CBDD5547B}"/>
              </a:ext>
            </a:extLst>
          </p:cNvPr>
          <p:cNvSpPr txBox="1"/>
          <p:nvPr/>
        </p:nvSpPr>
        <p:spPr>
          <a:xfrm>
            <a:off x="3007895" y="-57582"/>
            <a:ext cx="5293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1. Clase a editar en CSS * 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AEE622D-C8A5-429B-BF9B-48CF08378369}"/>
              </a:ext>
            </a:extLst>
          </p:cNvPr>
          <p:cNvCxnSpPr>
            <a:cxnSpLocks/>
          </p:cNvCxnSpPr>
          <p:nvPr/>
        </p:nvCxnSpPr>
        <p:spPr>
          <a:xfrm>
            <a:off x="2449556" y="399800"/>
            <a:ext cx="372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F0EEFA9-FF0F-4058-B84C-FA2586870F05}"/>
              </a:ext>
            </a:extLst>
          </p:cNvPr>
          <p:cNvSpPr txBox="1"/>
          <p:nvPr/>
        </p:nvSpPr>
        <p:spPr>
          <a:xfrm>
            <a:off x="2821782" y="210143"/>
            <a:ext cx="5293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2*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F814412-A787-44B6-A744-38741472E0D4}"/>
              </a:ext>
            </a:extLst>
          </p:cNvPr>
          <p:cNvCxnSpPr>
            <a:cxnSpLocks/>
          </p:cNvCxnSpPr>
          <p:nvPr/>
        </p:nvCxnSpPr>
        <p:spPr>
          <a:xfrm>
            <a:off x="3007895" y="744706"/>
            <a:ext cx="372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40A0B84-F973-4E39-9B8A-1E4259F9546E}"/>
              </a:ext>
            </a:extLst>
          </p:cNvPr>
          <p:cNvSpPr txBox="1"/>
          <p:nvPr/>
        </p:nvSpPr>
        <p:spPr>
          <a:xfrm>
            <a:off x="3380121" y="560040"/>
            <a:ext cx="5293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3*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CE4B65B-82B5-4559-8702-DF86947A208B}"/>
              </a:ext>
            </a:extLst>
          </p:cNvPr>
          <p:cNvCxnSpPr>
            <a:cxnSpLocks/>
          </p:cNvCxnSpPr>
          <p:nvPr/>
        </p:nvCxnSpPr>
        <p:spPr>
          <a:xfrm>
            <a:off x="2871537" y="1558843"/>
            <a:ext cx="372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2C1BAFE-5E11-4090-80CB-B1C31826FEA0}"/>
              </a:ext>
            </a:extLst>
          </p:cNvPr>
          <p:cNvSpPr txBox="1"/>
          <p:nvPr/>
        </p:nvSpPr>
        <p:spPr>
          <a:xfrm>
            <a:off x="3243763" y="1374177"/>
            <a:ext cx="5293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4*</a:t>
            </a:r>
          </a:p>
        </p:txBody>
      </p:sp>
    </p:spTree>
    <p:extLst>
      <p:ext uri="{BB962C8B-B14F-4D97-AF65-F5344CB8AC3E}">
        <p14:creationId xmlns:p14="http://schemas.microsoft.com/office/powerpoint/2010/main" val="20041020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835</Words>
  <Application>Microsoft Office PowerPoint</Application>
  <PresentationFormat>Panorámica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Tutorial de botones verdes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En caso de solo modificarlo a un carrusel de 2 imágenes</vt:lpstr>
      <vt:lpstr>En caso de solo modificarlo a un carrusel de 4 o más imágenes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Botón de accesibilidad</dc:title>
  <dc:creator>INVENTARIOS</dc:creator>
  <cp:lastModifiedBy>INVENTARIOS</cp:lastModifiedBy>
  <cp:revision>79</cp:revision>
  <dcterms:created xsi:type="dcterms:W3CDTF">2026-08-11T18:15:31Z</dcterms:created>
  <dcterms:modified xsi:type="dcterms:W3CDTF">2026-08-14T20:44:22Z</dcterms:modified>
</cp:coreProperties>
</file>